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71" r:id="rId3"/>
    <p:sldId id="272" r:id="rId4"/>
    <p:sldId id="259" r:id="rId5"/>
    <p:sldId id="273" r:id="rId6"/>
    <p:sldId id="274" r:id="rId7"/>
    <p:sldId id="275" r:id="rId8"/>
    <p:sldId id="276" r:id="rId9"/>
    <p:sldId id="277" r:id="rId10"/>
    <p:sldId id="266" r:id="rId11"/>
    <p:sldId id="279" r:id="rId12"/>
    <p:sldId id="267" r:id="rId13"/>
    <p:sldId id="268" r:id="rId14"/>
    <p:sldId id="278" r:id="rId15"/>
    <p:sldId id="265" r:id="rId16"/>
  </p:sldIdLst>
  <p:sldSz cx="18288000" cy="10287000"/>
  <p:notesSz cx="6858000" cy="9144000"/>
  <p:embeddedFontLst>
    <p:embeddedFont>
      <p:font typeface="Bookman Old Style" panose="02050604050505020204" pitchFamily="18" charset="0"/>
      <p:regular r:id="rId17"/>
      <p:bold r:id="rId18"/>
      <p:italic r:id="rId19"/>
      <p:boldItalic r:id="rId20"/>
    </p:embeddedFont>
    <p:embeddedFont>
      <p:font typeface="Cambria" panose="02040503050406030204" pitchFamily="18" charset="0"/>
      <p:regular r:id="rId21"/>
      <p:bold r:id="rId22"/>
      <p:italic r:id="rId23"/>
      <p:boldItalic r:id="rId24"/>
    </p:embeddedFont>
    <p:embeddedFont>
      <p:font typeface="Gotham" panose="020B0604020202020204" charset="0"/>
      <p:regular r:id="rId25"/>
    </p:embeddedFont>
    <p:embeddedFont>
      <p:font typeface="Gotham Bold Italics" panose="020B0604020202020204" charset="0"/>
      <p:regular r:id="rId2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958F3"/>
    <a:srgbClr val="0033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12DAD29-EE47-4F53-9DB1-29F6D32FBBE3}" v="2" dt="2026-04-20T06:00:16.92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0428" autoAdjust="0"/>
    <p:restoredTop sz="94622" autoAdjust="0"/>
  </p:normalViewPr>
  <p:slideViewPr>
    <p:cSldViewPr>
      <p:cViewPr varScale="1">
        <p:scale>
          <a:sx n="48" d="100"/>
          <a:sy n="48" d="100"/>
        </p:scale>
        <p:origin x="91" y="48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2.fntdata"/><Relationship Id="rId26" Type="http://schemas.openxmlformats.org/officeDocument/2006/relationships/font" Target="fonts/font10.fntdata"/><Relationship Id="rId3" Type="http://schemas.openxmlformats.org/officeDocument/2006/relationships/slide" Target="slides/slide2.xml"/><Relationship Id="rId21" Type="http://schemas.openxmlformats.org/officeDocument/2006/relationships/font" Target="fonts/font5.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1.fntdata"/><Relationship Id="rId25" Type="http://schemas.openxmlformats.org/officeDocument/2006/relationships/font" Target="fonts/font9.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4.fntdata"/><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8.fntdata"/><Relationship Id="rId32"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7.fntdata"/><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font" Target="fonts/font3.fntdata"/><Relationship Id="rId31"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6.fntdata"/><Relationship Id="rId27" Type="http://schemas.openxmlformats.org/officeDocument/2006/relationships/presProps" Target="presProps.xml"/><Relationship Id="rId30"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vinay sindamkar" userId="33dcfbd4db4021f8" providerId="LiveId" clId="{850B0AF2-1148-4B70-97DF-536EEE357E5C}"/>
    <pc:docChg chg="undo custSel modSld">
      <pc:chgData name="vinay sindamkar" userId="33dcfbd4db4021f8" providerId="LiveId" clId="{850B0AF2-1148-4B70-97DF-536EEE357E5C}" dt="2026-04-20T06:00:32.671" v="81" actId="20577"/>
      <pc:docMkLst>
        <pc:docMk/>
      </pc:docMkLst>
      <pc:sldChg chg="modSp mod">
        <pc:chgData name="vinay sindamkar" userId="33dcfbd4db4021f8" providerId="LiveId" clId="{850B0AF2-1148-4B70-97DF-536EEE357E5C}" dt="2026-04-20T06:00:32.671" v="81" actId="20577"/>
        <pc:sldMkLst>
          <pc:docMk/>
          <pc:sldMk cId="0" sldId="256"/>
        </pc:sldMkLst>
        <pc:spChg chg="mod">
          <ac:chgData name="vinay sindamkar" userId="33dcfbd4db4021f8" providerId="LiveId" clId="{850B0AF2-1148-4B70-97DF-536EEE357E5C}" dt="2026-04-20T06:00:08.352" v="77" actId="20577"/>
          <ac:spMkLst>
            <pc:docMk/>
            <pc:sldMk cId="0" sldId="256"/>
            <ac:spMk id="14" creationId="{EA8EEF4A-EB43-B7D9-87FC-7C7D752BCA78}"/>
          </ac:spMkLst>
        </pc:spChg>
        <pc:spChg chg="mod">
          <ac:chgData name="vinay sindamkar" userId="33dcfbd4db4021f8" providerId="LiveId" clId="{850B0AF2-1148-4B70-97DF-536EEE357E5C}" dt="2026-04-20T06:00:32.671" v="81" actId="20577"/>
          <ac:spMkLst>
            <pc:docMk/>
            <pc:sldMk cId="0" sldId="256"/>
            <ac:spMk id="15" creationId="{6FF32D1A-2F9C-AC53-CCBD-ABF748DF236F}"/>
          </ac:spMkLst>
        </pc:spChg>
        <pc:spChg chg="mod">
          <ac:chgData name="vinay sindamkar" userId="33dcfbd4db4021f8" providerId="LiveId" clId="{850B0AF2-1148-4B70-97DF-536EEE357E5C}" dt="2026-04-20T06:00:27.202" v="80" actId="14100"/>
          <ac:spMkLst>
            <pc:docMk/>
            <pc:sldMk cId="0" sldId="256"/>
            <ac:spMk id="16" creationId="{A7AA51DE-E8D7-A1B4-BC0D-B25C8A0C467A}"/>
          </ac:spMkLst>
        </pc:spChg>
      </pc:sldChg>
      <pc:sldChg chg="addSp delSp modSp mod">
        <pc:chgData name="vinay sindamkar" userId="33dcfbd4db4021f8" providerId="LiveId" clId="{850B0AF2-1148-4B70-97DF-536EEE357E5C}" dt="2026-04-20T05:39:31.045" v="3" actId="1076"/>
        <pc:sldMkLst>
          <pc:docMk/>
          <pc:sldMk cId="0" sldId="274"/>
        </pc:sldMkLst>
        <pc:picChg chg="add mod">
          <ac:chgData name="vinay sindamkar" userId="33dcfbd4db4021f8" providerId="LiveId" clId="{850B0AF2-1148-4B70-97DF-536EEE357E5C}" dt="2026-04-20T05:39:31.045" v="3" actId="1076"/>
          <ac:picMkLst>
            <pc:docMk/>
            <pc:sldMk cId="0" sldId="274"/>
            <ac:picMk id="2" creationId="{B7B40958-EF3A-7036-C6BF-7DE3E8B3F789}"/>
          </ac:picMkLst>
        </pc:picChg>
        <pc:picChg chg="del">
          <ac:chgData name="vinay sindamkar" userId="33dcfbd4db4021f8" providerId="LiveId" clId="{850B0AF2-1148-4B70-97DF-536EEE357E5C}" dt="2026-04-20T05:39:20.565" v="1" actId="478"/>
          <ac:picMkLst>
            <pc:docMk/>
            <pc:sldMk cId="0" sldId="274"/>
            <ac:picMk id="34" creationId="{F748329B-CA33-CD43-C064-33406BC74E3B}"/>
          </ac:picMkLst>
        </pc:pic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4/20/2026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4/20/2026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4/20/2026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4/20/2026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4/20/2026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4/20/2026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4/20/2026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2.svg"/><Relationship Id="rId1" Type="http://schemas.openxmlformats.org/officeDocument/2006/relationships/slideLayout" Target="../slideLayouts/slideLayout7.xml"/><Relationship Id="rId4" Type="http://schemas.openxmlformats.org/officeDocument/2006/relationships/image" Target="../media/image8.png"/></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2.svg"/><Relationship Id="rId1" Type="http://schemas.openxmlformats.org/officeDocument/2006/relationships/slideLayout" Target="../slideLayouts/slideLayout7.xml"/><Relationship Id="rId4" Type="http://schemas.openxmlformats.org/officeDocument/2006/relationships/image" Target="../media/image10.png"/></Relationships>
</file>

<file path=ppt/slides/_rels/slide14.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pic>
        <p:nvPicPr>
          <p:cNvPr id="23" name="Picture 22">
            <a:extLst>
              <a:ext uri="{FF2B5EF4-FFF2-40B4-BE49-F238E27FC236}">
                <a16:creationId xmlns:a16="http://schemas.microsoft.com/office/drawing/2014/main" id="{1194AAA3-5CF4-E695-04C9-0894FFF6F1F1}"/>
              </a:ext>
            </a:extLst>
          </p:cNvPr>
          <p:cNvPicPr>
            <a:picLocks noChangeAspect="1"/>
          </p:cNvPicPr>
          <p:nvPr/>
        </p:nvPicPr>
        <p:blipFill>
          <a:blip r:embed="rId2"/>
          <a:stretch>
            <a:fillRect/>
          </a:stretch>
        </p:blipFill>
        <p:spPr>
          <a:xfrm>
            <a:off x="6610443" y="196689"/>
            <a:ext cx="4752247" cy="1360611"/>
          </a:xfrm>
          <a:prstGeom prst="rect">
            <a:avLst/>
          </a:prstGeom>
        </p:spPr>
      </p:pic>
      <p:sp>
        <p:nvSpPr>
          <p:cNvPr id="24" name="TextBox 23">
            <a:extLst>
              <a:ext uri="{FF2B5EF4-FFF2-40B4-BE49-F238E27FC236}">
                <a16:creationId xmlns:a16="http://schemas.microsoft.com/office/drawing/2014/main" id="{BB0EB85C-D9CE-08DC-1131-77C9DD1A002D}"/>
              </a:ext>
            </a:extLst>
          </p:cNvPr>
          <p:cNvSpPr txBox="1"/>
          <p:nvPr/>
        </p:nvSpPr>
        <p:spPr>
          <a:xfrm>
            <a:off x="1360002" y="1608482"/>
            <a:ext cx="15925800" cy="1631216"/>
          </a:xfrm>
          <a:prstGeom prst="rect">
            <a:avLst/>
          </a:prstGeom>
          <a:noFill/>
        </p:spPr>
        <p:txBody>
          <a:bodyPr wrap="square" rtlCol="0">
            <a:spAutoFit/>
          </a:bodyPr>
          <a:lstStyle/>
          <a:p>
            <a:pPr algn="ctr"/>
            <a:r>
              <a:rPr lang="en-US" sz="3200" b="1" dirty="0">
                <a:latin typeface="Cambria" panose="02040503050406030204" pitchFamily="18" charset="0"/>
                <a:ea typeface="Cambria" panose="02040503050406030204" pitchFamily="18" charset="0"/>
              </a:rPr>
              <a:t>Vel Tech Rangarajan Dr. Sagunthala R&amp;D Institute of Science and Technology</a:t>
            </a:r>
          </a:p>
          <a:p>
            <a:pPr algn="ctr"/>
            <a:r>
              <a:rPr lang="en-US" sz="3600" b="1" dirty="0">
                <a:latin typeface="Cambria" panose="02040503050406030204" pitchFamily="18" charset="0"/>
                <a:ea typeface="Cambria" panose="02040503050406030204" pitchFamily="18" charset="0"/>
              </a:rPr>
              <a:t>School of Computing </a:t>
            </a:r>
          </a:p>
          <a:p>
            <a:pPr algn="ctr"/>
            <a:r>
              <a:rPr lang="en-US" sz="3200" b="1" dirty="0">
                <a:latin typeface="Cambria" panose="02040503050406030204" pitchFamily="18" charset="0"/>
                <a:ea typeface="Cambria" panose="02040503050406030204" pitchFamily="18" charset="0"/>
              </a:rPr>
              <a:t>Department of Computer Science and Engineering</a:t>
            </a:r>
            <a:endParaRPr lang="en-IN" sz="3200" b="1" dirty="0">
              <a:latin typeface="Cambria" panose="02040503050406030204" pitchFamily="18" charset="0"/>
              <a:ea typeface="Cambria" panose="02040503050406030204" pitchFamily="18" charset="0"/>
            </a:endParaRPr>
          </a:p>
        </p:txBody>
      </p:sp>
      <p:sp>
        <p:nvSpPr>
          <p:cNvPr id="26" name="TextBox 25">
            <a:extLst>
              <a:ext uri="{FF2B5EF4-FFF2-40B4-BE49-F238E27FC236}">
                <a16:creationId xmlns:a16="http://schemas.microsoft.com/office/drawing/2014/main" id="{55785AF5-58C8-2624-E1FD-4723B0683DE6}"/>
              </a:ext>
            </a:extLst>
          </p:cNvPr>
          <p:cNvSpPr txBox="1"/>
          <p:nvPr/>
        </p:nvSpPr>
        <p:spPr>
          <a:xfrm>
            <a:off x="1692835" y="3272357"/>
            <a:ext cx="15260135" cy="523220"/>
          </a:xfrm>
          <a:prstGeom prst="rect">
            <a:avLst/>
          </a:prstGeom>
          <a:noFill/>
        </p:spPr>
        <p:txBody>
          <a:bodyPr wrap="square">
            <a:spAutoFit/>
          </a:bodyPr>
          <a:lstStyle/>
          <a:p>
            <a:pPr algn="ctr"/>
            <a:r>
              <a:rPr lang="en-US" sz="2800" b="1" dirty="0">
                <a:solidFill>
                  <a:srgbClr val="0033CC"/>
                </a:solidFill>
                <a:latin typeface="Bookman Old Style" panose="02050604050505020204" pitchFamily="18" charset="0"/>
              </a:rPr>
              <a:t>10211CS224 / FULL STACK APPLICATION DEVELOPMENT </a:t>
            </a:r>
            <a:endParaRPr lang="en-IN" sz="2800" b="1" dirty="0">
              <a:solidFill>
                <a:srgbClr val="0033CC"/>
              </a:solidFill>
              <a:latin typeface="Bookman Old Style" panose="02050604050505020204" pitchFamily="18" charset="0"/>
            </a:endParaRPr>
          </a:p>
        </p:txBody>
      </p:sp>
      <p:sp>
        <p:nvSpPr>
          <p:cNvPr id="27" name="TextBox 26">
            <a:extLst>
              <a:ext uri="{FF2B5EF4-FFF2-40B4-BE49-F238E27FC236}">
                <a16:creationId xmlns:a16="http://schemas.microsoft.com/office/drawing/2014/main" id="{AC6C53BF-3850-6683-E07F-D595EC8B02B2}"/>
              </a:ext>
            </a:extLst>
          </p:cNvPr>
          <p:cNvSpPr txBox="1"/>
          <p:nvPr/>
        </p:nvSpPr>
        <p:spPr>
          <a:xfrm>
            <a:off x="3727757" y="3897940"/>
            <a:ext cx="11190289" cy="1754326"/>
          </a:xfrm>
          <a:prstGeom prst="rect">
            <a:avLst/>
          </a:prstGeom>
          <a:noFill/>
        </p:spPr>
        <p:txBody>
          <a:bodyPr wrap="square" rtlCol="0">
            <a:spAutoFit/>
          </a:bodyPr>
          <a:lstStyle/>
          <a:p>
            <a:pPr algn="ctr"/>
            <a:r>
              <a:rPr lang="en-IN" sz="3600" b="1" dirty="0">
                <a:solidFill>
                  <a:srgbClr val="C00000"/>
                </a:solidFill>
                <a:latin typeface="Arial" panose="020B0604020202020204" pitchFamily="34" charset="0"/>
                <a:cs typeface="Arial" panose="020B0604020202020204" pitchFamily="34" charset="0"/>
              </a:rPr>
              <a:t>PROJECT REVIEW : MILESTONE PROJECT – 2</a:t>
            </a:r>
          </a:p>
          <a:p>
            <a:pPr algn="ctr"/>
            <a:endParaRPr lang="en-IN" sz="3600" b="1" dirty="0">
              <a:solidFill>
                <a:srgbClr val="C00000"/>
              </a:solidFill>
              <a:latin typeface="Arial" panose="020B0604020202020204" pitchFamily="34" charset="0"/>
              <a:cs typeface="Arial" panose="020B0604020202020204" pitchFamily="34" charset="0"/>
            </a:endParaRPr>
          </a:p>
          <a:p>
            <a:pPr algn="ctr"/>
            <a:r>
              <a:rPr lang="en-IN" sz="3600" b="1" dirty="0">
                <a:solidFill>
                  <a:srgbClr val="C00000"/>
                </a:solidFill>
                <a:latin typeface="Arial" panose="020B0604020202020204" pitchFamily="34" charset="0"/>
                <a:cs typeface="Arial" panose="020B0604020202020204" pitchFamily="34" charset="0"/>
              </a:rPr>
              <a:t>Date: 20-04-2026</a:t>
            </a:r>
          </a:p>
        </p:txBody>
      </p:sp>
      <p:sp>
        <p:nvSpPr>
          <p:cNvPr id="13" name="TextBox 12">
            <a:extLst>
              <a:ext uri="{FF2B5EF4-FFF2-40B4-BE49-F238E27FC236}">
                <a16:creationId xmlns:a16="http://schemas.microsoft.com/office/drawing/2014/main" id="{7FFE0DA2-4723-7C13-5FD7-FC99B0394DDD}"/>
              </a:ext>
            </a:extLst>
          </p:cNvPr>
          <p:cNvSpPr txBox="1"/>
          <p:nvPr/>
        </p:nvSpPr>
        <p:spPr>
          <a:xfrm>
            <a:off x="1692835" y="5854393"/>
            <a:ext cx="15784162" cy="600164"/>
          </a:xfrm>
          <a:prstGeom prst="rect">
            <a:avLst/>
          </a:prstGeom>
          <a:noFill/>
        </p:spPr>
        <p:txBody>
          <a:bodyPr wrap="square" rtlCol="0">
            <a:spAutoFit/>
          </a:bodyPr>
          <a:lstStyle/>
          <a:p>
            <a:pPr algn="ctr"/>
            <a:r>
              <a:rPr lang="en-US" sz="3300" b="1" dirty="0">
                <a:solidFill>
                  <a:srgbClr val="00B0F0"/>
                </a:solidFill>
                <a:latin typeface="Times New Roman" panose="02020603050405020304" pitchFamily="18" charset="0"/>
                <a:cs typeface="Times New Roman" panose="02020603050405020304" pitchFamily="18" charset="0"/>
              </a:rPr>
              <a:t>React JS based Web application for Ticket Booking</a:t>
            </a:r>
            <a:endParaRPr lang="en-IN" sz="3300" b="1" dirty="0">
              <a:solidFill>
                <a:srgbClr val="00B0F0"/>
              </a:solidFill>
              <a:latin typeface="Times New Roman" panose="02020603050405020304" pitchFamily="18" charset="0"/>
              <a:cs typeface="Times New Roman" panose="02020603050405020304" pitchFamily="18" charset="0"/>
            </a:endParaRPr>
          </a:p>
        </p:txBody>
      </p:sp>
      <p:sp>
        <p:nvSpPr>
          <p:cNvPr id="14" name="TextBox 13">
            <a:extLst>
              <a:ext uri="{FF2B5EF4-FFF2-40B4-BE49-F238E27FC236}">
                <a16:creationId xmlns:a16="http://schemas.microsoft.com/office/drawing/2014/main" id="{EA8EEF4A-EB43-B7D9-87FC-7C7D752BCA78}"/>
              </a:ext>
            </a:extLst>
          </p:cNvPr>
          <p:cNvSpPr txBox="1"/>
          <p:nvPr/>
        </p:nvSpPr>
        <p:spPr>
          <a:xfrm>
            <a:off x="1066800" y="7784497"/>
            <a:ext cx="9067800" cy="1391663"/>
          </a:xfrm>
          <a:prstGeom prst="rect">
            <a:avLst/>
          </a:prstGeom>
          <a:noFill/>
        </p:spPr>
        <p:txBody>
          <a:bodyPr wrap="square" rtlCol="0">
            <a:spAutoFit/>
          </a:bodyPr>
          <a:lstStyle/>
          <a:p>
            <a:pPr>
              <a:lnSpc>
                <a:spcPct val="150000"/>
              </a:lnSpc>
            </a:pPr>
            <a:r>
              <a:rPr lang="en-US" sz="3000" b="1" dirty="0">
                <a:latin typeface="Times New Roman" panose="02020603050405020304" pitchFamily="18" charset="0"/>
                <a:ea typeface="Cambria" panose="02040503050406030204" pitchFamily="18" charset="0"/>
                <a:cs typeface="Times New Roman" panose="02020603050405020304" pitchFamily="18" charset="0"/>
              </a:rPr>
              <a:t>Presented By:</a:t>
            </a:r>
          </a:p>
          <a:p>
            <a:pPr>
              <a:lnSpc>
                <a:spcPct val="150000"/>
              </a:lnSpc>
            </a:pPr>
            <a:r>
              <a:rPr lang="en-US" sz="3000" dirty="0">
                <a:latin typeface="Cambria" panose="02040503050406030204" pitchFamily="18" charset="0"/>
                <a:ea typeface="Cambria" panose="02040503050406030204" pitchFamily="18" charset="0"/>
                <a:cs typeface="Times New Roman" panose="02020603050405020304" pitchFamily="18" charset="0"/>
              </a:rPr>
              <a:t>N.TANISH– VTU27125– 23UECS0818</a:t>
            </a:r>
            <a:endParaRPr lang="en-IN" sz="3000" dirty="0">
              <a:latin typeface="Cambria" panose="02040503050406030204" pitchFamily="18" charset="0"/>
              <a:ea typeface="Cambria" panose="02040503050406030204" pitchFamily="18" charset="0"/>
              <a:cs typeface="Times New Roman" panose="02020603050405020304" pitchFamily="18" charset="0"/>
            </a:endParaRPr>
          </a:p>
        </p:txBody>
      </p:sp>
      <p:sp>
        <p:nvSpPr>
          <p:cNvPr id="15" name="TextBox 14">
            <a:extLst>
              <a:ext uri="{FF2B5EF4-FFF2-40B4-BE49-F238E27FC236}">
                <a16:creationId xmlns:a16="http://schemas.microsoft.com/office/drawing/2014/main" id="{6FF32D1A-2F9C-AC53-CCBD-ABF748DF236F}"/>
              </a:ext>
            </a:extLst>
          </p:cNvPr>
          <p:cNvSpPr txBox="1"/>
          <p:nvPr/>
        </p:nvSpPr>
        <p:spPr>
          <a:xfrm>
            <a:off x="10945035" y="7818586"/>
            <a:ext cx="6914603" cy="1391663"/>
          </a:xfrm>
          <a:prstGeom prst="rect">
            <a:avLst/>
          </a:prstGeom>
          <a:noFill/>
        </p:spPr>
        <p:txBody>
          <a:bodyPr wrap="square" rtlCol="0">
            <a:spAutoFit/>
          </a:bodyPr>
          <a:lstStyle/>
          <a:p>
            <a:pPr>
              <a:lnSpc>
                <a:spcPct val="150000"/>
              </a:lnSpc>
            </a:pPr>
            <a:r>
              <a:rPr lang="en-US" sz="3000" b="1">
                <a:latin typeface="Cambria" panose="02040503050406030204" pitchFamily="18" charset="0"/>
                <a:ea typeface="Cambria" panose="02040503050406030204" pitchFamily="18" charset="0"/>
              </a:rPr>
              <a:t>Course </a:t>
            </a:r>
            <a:r>
              <a:rPr lang="en-US" sz="3000" b="1" dirty="0">
                <a:latin typeface="Cambria" panose="02040503050406030204" pitchFamily="18" charset="0"/>
                <a:ea typeface="Cambria" panose="02040503050406030204" pitchFamily="18" charset="0"/>
              </a:rPr>
              <a:t>Handling Faculty:</a:t>
            </a:r>
          </a:p>
          <a:p>
            <a:pPr>
              <a:lnSpc>
                <a:spcPct val="150000"/>
              </a:lnSpc>
            </a:pPr>
            <a:r>
              <a:rPr lang="en-US" sz="3000" dirty="0">
                <a:latin typeface="Cambria" panose="02040503050406030204" pitchFamily="18" charset="0"/>
                <a:ea typeface="Cambria" panose="02040503050406030204" pitchFamily="18" charset="0"/>
              </a:rPr>
              <a:t>Dr. S . HEMAMALINI – M.E., Ph.D.,</a:t>
            </a:r>
            <a:endParaRPr lang="en-IN" sz="3000" dirty="0">
              <a:latin typeface="Cambria" panose="02040503050406030204" pitchFamily="18" charset="0"/>
              <a:ea typeface="Cambria" panose="02040503050406030204" pitchFamily="18" charset="0"/>
            </a:endParaRPr>
          </a:p>
        </p:txBody>
      </p:sp>
      <p:sp>
        <p:nvSpPr>
          <p:cNvPr id="16" name="TextBox 15">
            <a:extLst>
              <a:ext uri="{FF2B5EF4-FFF2-40B4-BE49-F238E27FC236}">
                <a16:creationId xmlns:a16="http://schemas.microsoft.com/office/drawing/2014/main" id="{A7AA51DE-E8D7-A1B4-BC0D-B25C8A0C467A}"/>
              </a:ext>
            </a:extLst>
          </p:cNvPr>
          <p:cNvSpPr txBox="1"/>
          <p:nvPr/>
        </p:nvSpPr>
        <p:spPr>
          <a:xfrm>
            <a:off x="1360002" y="6972301"/>
            <a:ext cx="16499636" cy="523220"/>
          </a:xfrm>
          <a:prstGeom prst="rect">
            <a:avLst/>
          </a:prstGeom>
          <a:noFill/>
        </p:spPr>
        <p:txBody>
          <a:bodyPr wrap="square" rtlCol="0">
            <a:spAutoFit/>
          </a:bodyPr>
          <a:lstStyle/>
          <a:p>
            <a:r>
              <a:rPr lang="en-US" sz="2800" b="1" dirty="0">
                <a:latin typeface="Times New Roman" panose="02020603050405020304" pitchFamily="18" charset="0"/>
                <a:ea typeface="Cambria" panose="02040503050406030204" pitchFamily="18" charset="0"/>
                <a:cs typeface="Times New Roman" panose="02020603050405020304" pitchFamily="18" charset="0"/>
              </a:rPr>
              <a:t>SDG: 9(Industry ,Innovation ,&amp;Infrastructure) &amp; 12(Responsible Consumption and Production)</a:t>
            </a:r>
            <a:endParaRPr lang="en-IN" sz="2800" b="1" dirty="0">
              <a:latin typeface="Times New Roman" panose="02020603050405020304" pitchFamily="18" charset="0"/>
              <a:ea typeface="Cambria" panose="02040503050406030204" pitchFamily="18" charset="0"/>
              <a:cs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Freeform 8"/>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grpSp>
        <p:nvGrpSpPr>
          <p:cNvPr id="9" name="Group 9"/>
          <p:cNvGrpSpPr/>
          <p:nvPr/>
        </p:nvGrpSpPr>
        <p:grpSpPr>
          <a:xfrm>
            <a:off x="706082" y="1952203"/>
            <a:ext cx="992463" cy="992463"/>
            <a:chOff x="0" y="0"/>
            <a:chExt cx="812800" cy="812800"/>
          </a:xfrm>
        </p:grpSpPr>
        <p:sp>
          <p:nvSpPr>
            <p:cNvPr id="10" name="Freeform 1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11" name="TextBox 11"/>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1</a:t>
              </a:r>
            </a:p>
          </p:txBody>
        </p:sp>
      </p:grpSp>
      <p:grpSp>
        <p:nvGrpSpPr>
          <p:cNvPr id="12" name="Group 12"/>
          <p:cNvGrpSpPr/>
          <p:nvPr/>
        </p:nvGrpSpPr>
        <p:grpSpPr>
          <a:xfrm>
            <a:off x="948235" y="4447339"/>
            <a:ext cx="508158" cy="543805"/>
            <a:chOff x="0" y="0"/>
            <a:chExt cx="812800" cy="869819"/>
          </a:xfrm>
        </p:grpSpPr>
        <p:sp>
          <p:nvSpPr>
            <p:cNvPr id="13" name="Freeform 1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4" name="TextBox 1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5" name="Group 15"/>
          <p:cNvGrpSpPr/>
          <p:nvPr/>
        </p:nvGrpSpPr>
        <p:grpSpPr>
          <a:xfrm>
            <a:off x="948235" y="3107362"/>
            <a:ext cx="508158" cy="543805"/>
            <a:chOff x="0" y="0"/>
            <a:chExt cx="812800" cy="869819"/>
          </a:xfrm>
        </p:grpSpPr>
        <p:sp>
          <p:nvSpPr>
            <p:cNvPr id="16" name="Freeform 1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7" name="TextBox 1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18" name="Group 18"/>
          <p:cNvGrpSpPr/>
          <p:nvPr/>
        </p:nvGrpSpPr>
        <p:grpSpPr>
          <a:xfrm>
            <a:off x="948235" y="5115753"/>
            <a:ext cx="508158" cy="543805"/>
            <a:chOff x="0" y="0"/>
            <a:chExt cx="812800" cy="869819"/>
          </a:xfrm>
        </p:grpSpPr>
        <p:sp>
          <p:nvSpPr>
            <p:cNvPr id="19" name="Freeform 1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0" name="TextBox 2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1" name="Group 21"/>
          <p:cNvGrpSpPr/>
          <p:nvPr/>
        </p:nvGrpSpPr>
        <p:grpSpPr>
          <a:xfrm>
            <a:off x="948235" y="3776486"/>
            <a:ext cx="508158" cy="543805"/>
            <a:chOff x="0" y="0"/>
            <a:chExt cx="812800" cy="869819"/>
          </a:xfrm>
        </p:grpSpPr>
        <p:sp>
          <p:nvSpPr>
            <p:cNvPr id="22" name="Freeform 2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3" name="TextBox 2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4" name="Group 24"/>
          <p:cNvGrpSpPr/>
          <p:nvPr/>
        </p:nvGrpSpPr>
        <p:grpSpPr>
          <a:xfrm>
            <a:off x="948235" y="6455730"/>
            <a:ext cx="508158" cy="543805"/>
            <a:chOff x="0" y="0"/>
            <a:chExt cx="812800" cy="869819"/>
          </a:xfrm>
        </p:grpSpPr>
        <p:sp>
          <p:nvSpPr>
            <p:cNvPr id="25" name="Freeform 2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6" name="TextBox 2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7" name="Group 27"/>
          <p:cNvGrpSpPr/>
          <p:nvPr/>
        </p:nvGrpSpPr>
        <p:grpSpPr>
          <a:xfrm>
            <a:off x="948235" y="5784877"/>
            <a:ext cx="508158" cy="543805"/>
            <a:chOff x="0" y="0"/>
            <a:chExt cx="812800" cy="869819"/>
          </a:xfrm>
        </p:grpSpPr>
        <p:sp>
          <p:nvSpPr>
            <p:cNvPr id="28" name="Freeform 2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9" name="TextBox 2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6" name="Group 36"/>
          <p:cNvGrpSpPr/>
          <p:nvPr/>
        </p:nvGrpSpPr>
        <p:grpSpPr>
          <a:xfrm>
            <a:off x="948235" y="7123361"/>
            <a:ext cx="508158" cy="543805"/>
            <a:chOff x="0" y="0"/>
            <a:chExt cx="812800" cy="869819"/>
          </a:xfrm>
        </p:grpSpPr>
        <p:sp>
          <p:nvSpPr>
            <p:cNvPr id="37" name="Freeform 3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8" name="TextBox 3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39" name="Group 39"/>
          <p:cNvGrpSpPr/>
          <p:nvPr/>
        </p:nvGrpSpPr>
        <p:grpSpPr>
          <a:xfrm>
            <a:off x="948235" y="7790991"/>
            <a:ext cx="508158" cy="543805"/>
            <a:chOff x="0" y="0"/>
            <a:chExt cx="812800" cy="869819"/>
          </a:xfrm>
        </p:grpSpPr>
        <p:sp>
          <p:nvSpPr>
            <p:cNvPr id="40" name="Freeform 4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41" name="TextBox 4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2" name="TextBox 1">
            <a:extLst>
              <a:ext uri="{FF2B5EF4-FFF2-40B4-BE49-F238E27FC236}">
                <a16:creationId xmlns:a16="http://schemas.microsoft.com/office/drawing/2014/main" id="{DE796552-E8BF-2718-F921-20F9BAE7EE98}"/>
              </a:ext>
            </a:extLst>
          </p:cNvPr>
          <p:cNvSpPr txBox="1"/>
          <p:nvPr/>
        </p:nvSpPr>
        <p:spPr>
          <a:xfrm>
            <a:off x="152400" y="342900"/>
            <a:ext cx="181356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INTRODUCTION</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837E9E58-77B6-079D-9D0D-E380CADAD23D}"/>
              </a:ext>
            </a:extLst>
          </p:cNvPr>
          <p:cNvSpPr txBox="1"/>
          <p:nvPr/>
        </p:nvSpPr>
        <p:spPr>
          <a:xfrm>
            <a:off x="1704035" y="1304519"/>
            <a:ext cx="15082325" cy="13018949"/>
          </a:xfrm>
          <a:prstGeom prst="rect">
            <a:avLst/>
          </a:prstGeom>
          <a:noFill/>
        </p:spPr>
        <p:txBody>
          <a:bodyPr wrap="square" rtlCol="0">
            <a:spAutoFit/>
          </a:bodyPr>
          <a:lstStyle/>
          <a:p>
            <a:endParaRPr lang="en-US" sz="2800" b="1" dirty="0">
              <a:solidFill>
                <a:srgbClr val="0033CC"/>
              </a:solidFill>
            </a:endParaRPr>
          </a:p>
          <a:p>
            <a:endParaRPr lang="en-US" sz="2800" b="1" dirty="0">
              <a:solidFill>
                <a:srgbClr val="0033CC"/>
              </a:solidFill>
            </a:endParaRPr>
          </a:p>
          <a:p>
            <a:r>
              <a:rPr lang="en-US" sz="2800" b="1" dirty="0">
                <a:solidFill>
                  <a:srgbClr val="0033CC"/>
                </a:solidFill>
              </a:rPr>
              <a:t>Background of the problem:</a:t>
            </a:r>
          </a:p>
          <a:p>
            <a:endParaRPr lang="en-US" sz="2800" dirty="0"/>
          </a:p>
          <a:p>
            <a:r>
              <a:rPr lang="en-US" sz="2800" dirty="0"/>
              <a:t>Manual ticket booking systems lack automation and real-time seat management.</a:t>
            </a:r>
            <a:endParaRPr lang="en-IN" sz="2800" dirty="0"/>
          </a:p>
          <a:p>
            <a:endParaRPr lang="en-US" sz="2800" dirty="0"/>
          </a:p>
          <a:p>
            <a:r>
              <a:rPr lang="en-US" sz="2800" b="1" dirty="0">
                <a:solidFill>
                  <a:srgbClr val="0033CC"/>
                </a:solidFill>
              </a:rPr>
              <a:t>Why this project is important:</a:t>
            </a:r>
          </a:p>
          <a:p>
            <a:endParaRPr lang="en-US" sz="2800" dirty="0"/>
          </a:p>
          <a:p>
            <a:r>
              <a:rPr lang="en-US" sz="2800" dirty="0"/>
              <a:t>It simplifies ticket booking and provides instant confirmation with reduced errors.</a:t>
            </a:r>
          </a:p>
          <a:p>
            <a:endParaRPr lang="en-US" sz="2800" b="1" dirty="0"/>
          </a:p>
          <a:p>
            <a:r>
              <a:rPr lang="en-US" sz="2800" b="1" dirty="0">
                <a:solidFill>
                  <a:srgbClr val="0033CC"/>
                </a:solidFill>
              </a:rPr>
              <a:t>Real-world relevance:</a:t>
            </a:r>
          </a:p>
          <a:p>
            <a:endParaRPr lang="en-US" sz="2800" dirty="0"/>
          </a:p>
          <a:p>
            <a:r>
              <a:rPr lang="en-US" sz="2800" dirty="0"/>
              <a:t>Useful for managing departmental events like technical fests, seminars, and workshops.</a:t>
            </a:r>
          </a:p>
          <a:p>
            <a:endParaRPr lang="en-US" sz="2800" dirty="0"/>
          </a:p>
          <a:p>
            <a:r>
              <a:rPr lang="en-US" sz="2800" b="1" dirty="0">
                <a:solidFill>
                  <a:srgbClr val="0033CC"/>
                </a:solidFill>
              </a:rPr>
              <a:t>Brief overview of the system:</a:t>
            </a:r>
          </a:p>
          <a:p>
            <a:endParaRPr lang="en-US" sz="2800" dirty="0"/>
          </a:p>
          <a:p>
            <a:r>
              <a:rPr lang="en-US" sz="2800" dirty="0"/>
              <a:t>Useful for managing departmental events like technical fests, seminars, and workshops</a:t>
            </a:r>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Freeform 10"/>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grpSp>
        <p:nvGrpSpPr>
          <p:cNvPr id="11" name="Group 11"/>
          <p:cNvGrpSpPr/>
          <p:nvPr/>
        </p:nvGrpSpPr>
        <p:grpSpPr>
          <a:xfrm>
            <a:off x="709357" y="2648112"/>
            <a:ext cx="992463" cy="992463"/>
            <a:chOff x="0" y="0"/>
            <a:chExt cx="812800" cy="812800"/>
          </a:xfrm>
        </p:grpSpPr>
        <p:sp>
          <p:nvSpPr>
            <p:cNvPr id="12" name="Freeform 1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13" name="TextBox 13"/>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2</a:t>
              </a:r>
            </a:p>
          </p:txBody>
        </p:sp>
      </p:grpSp>
      <p:grpSp>
        <p:nvGrpSpPr>
          <p:cNvPr id="14" name="Group 14"/>
          <p:cNvGrpSpPr/>
          <p:nvPr/>
        </p:nvGrpSpPr>
        <p:grpSpPr>
          <a:xfrm>
            <a:off x="951509" y="4428296"/>
            <a:ext cx="508158" cy="543805"/>
            <a:chOff x="0" y="0"/>
            <a:chExt cx="812800" cy="869819"/>
          </a:xfrm>
        </p:grpSpPr>
        <p:sp>
          <p:nvSpPr>
            <p:cNvPr id="15" name="Freeform 1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6" name="TextBox 1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7" name="Group 17"/>
          <p:cNvGrpSpPr/>
          <p:nvPr/>
        </p:nvGrpSpPr>
        <p:grpSpPr>
          <a:xfrm>
            <a:off x="951509" y="1982349"/>
            <a:ext cx="508158" cy="543805"/>
            <a:chOff x="0" y="0"/>
            <a:chExt cx="812800" cy="869819"/>
          </a:xfrm>
        </p:grpSpPr>
        <p:sp>
          <p:nvSpPr>
            <p:cNvPr id="18" name="Freeform 1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9" name="TextBox 1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0" name="Group 20"/>
          <p:cNvGrpSpPr/>
          <p:nvPr/>
        </p:nvGrpSpPr>
        <p:grpSpPr>
          <a:xfrm>
            <a:off x="951509" y="5094059"/>
            <a:ext cx="508158" cy="543805"/>
            <a:chOff x="0" y="0"/>
            <a:chExt cx="812800" cy="869819"/>
          </a:xfrm>
        </p:grpSpPr>
        <p:sp>
          <p:nvSpPr>
            <p:cNvPr id="21" name="Freeform 2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2" name="TextBox 2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3" name="Group 23"/>
          <p:cNvGrpSpPr/>
          <p:nvPr/>
        </p:nvGrpSpPr>
        <p:grpSpPr>
          <a:xfrm>
            <a:off x="951509" y="3762533"/>
            <a:ext cx="508158" cy="543805"/>
            <a:chOff x="0" y="0"/>
            <a:chExt cx="812800" cy="869819"/>
          </a:xfrm>
        </p:grpSpPr>
        <p:sp>
          <p:nvSpPr>
            <p:cNvPr id="24" name="Freeform 2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5" name="TextBox 2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6" name="Group 26"/>
          <p:cNvGrpSpPr/>
          <p:nvPr/>
        </p:nvGrpSpPr>
        <p:grpSpPr>
          <a:xfrm>
            <a:off x="951509" y="6425585"/>
            <a:ext cx="508158" cy="543805"/>
            <a:chOff x="0" y="0"/>
            <a:chExt cx="812800" cy="869819"/>
          </a:xfrm>
        </p:grpSpPr>
        <p:sp>
          <p:nvSpPr>
            <p:cNvPr id="27" name="Freeform 2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8" name="TextBox 2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9" name="Group 29"/>
          <p:cNvGrpSpPr/>
          <p:nvPr/>
        </p:nvGrpSpPr>
        <p:grpSpPr>
          <a:xfrm>
            <a:off x="951509" y="5759822"/>
            <a:ext cx="508158" cy="543805"/>
            <a:chOff x="0" y="0"/>
            <a:chExt cx="812800" cy="869819"/>
          </a:xfrm>
        </p:grpSpPr>
        <p:sp>
          <p:nvSpPr>
            <p:cNvPr id="30" name="Freeform 3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1" name="TextBox 3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6" name="Group 36"/>
          <p:cNvGrpSpPr/>
          <p:nvPr/>
        </p:nvGrpSpPr>
        <p:grpSpPr>
          <a:xfrm>
            <a:off x="951509" y="7093216"/>
            <a:ext cx="508158" cy="543805"/>
            <a:chOff x="0" y="0"/>
            <a:chExt cx="812800" cy="869819"/>
          </a:xfrm>
        </p:grpSpPr>
        <p:sp>
          <p:nvSpPr>
            <p:cNvPr id="37" name="Freeform 3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8" name="TextBox 3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39" name="Group 39"/>
          <p:cNvGrpSpPr/>
          <p:nvPr/>
        </p:nvGrpSpPr>
        <p:grpSpPr>
          <a:xfrm>
            <a:off x="951509" y="7760846"/>
            <a:ext cx="508158" cy="543805"/>
            <a:chOff x="0" y="0"/>
            <a:chExt cx="812800" cy="869819"/>
          </a:xfrm>
        </p:grpSpPr>
        <p:sp>
          <p:nvSpPr>
            <p:cNvPr id="40" name="Freeform 4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41" name="TextBox 4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7" name="TextBox 46">
            <a:extLst>
              <a:ext uri="{FF2B5EF4-FFF2-40B4-BE49-F238E27FC236}">
                <a16:creationId xmlns:a16="http://schemas.microsoft.com/office/drawing/2014/main" id="{A8A7B8E9-D90B-1CF8-14D3-8D2483CAFC58}"/>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PROBLEM STATEMENT</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8" name="TextBox 47">
            <a:extLst>
              <a:ext uri="{FF2B5EF4-FFF2-40B4-BE49-F238E27FC236}">
                <a16:creationId xmlns:a16="http://schemas.microsoft.com/office/drawing/2014/main" id="{BDE2941C-1504-53F9-99B2-48002CA9A345}"/>
              </a:ext>
            </a:extLst>
          </p:cNvPr>
          <p:cNvSpPr txBox="1"/>
          <p:nvPr/>
        </p:nvSpPr>
        <p:spPr>
          <a:xfrm>
            <a:off x="2209800" y="1638300"/>
            <a:ext cx="15082325" cy="10341293"/>
          </a:xfrm>
          <a:prstGeom prst="rect">
            <a:avLst/>
          </a:prstGeom>
          <a:noFill/>
        </p:spPr>
        <p:txBody>
          <a:bodyPr wrap="square" rtlCol="0">
            <a:spAutoFit/>
          </a:bodyPr>
          <a:lstStyle/>
          <a:p>
            <a:endParaRPr lang="en-US" sz="2800" dirty="0">
              <a:latin typeface="+mj-lt"/>
            </a:endParaRPr>
          </a:p>
          <a:p>
            <a:endParaRPr lang="en-US" sz="2800" dirty="0">
              <a:latin typeface="+mj-lt"/>
            </a:endParaRPr>
          </a:p>
          <a:p>
            <a:pPr algn="just"/>
            <a:r>
              <a:rPr lang="en-US" sz="2800" dirty="0">
                <a:latin typeface="+mj-lt"/>
              </a:rPr>
              <a:t>In many </a:t>
            </a:r>
            <a:r>
              <a:rPr lang="en-US" sz="2800" dirty="0">
                <a:latin typeface="+mj-lt"/>
                <a:cs typeface="Times New Roman" panose="02020603050405020304" pitchFamily="18" charset="0"/>
              </a:rPr>
              <a:t>educational institutions and organizations, ticket booking for internal events such as technical fests, seminars, and workshops is often handled manually or through basic systems that lack proper automation. This creates difficulties in managing participants, tracking ticket availability, and ensuring smooth registration. Manual processes can lead to overbooking, data errors, and delays in confirmation. Additionally, there is no centralized system to monitor bookings and generate reports efficiently. Therefore, there is a need for a secure, reliable, and fully automated ticket booking system that allows users to book tickets easily, provides real-time updates, and enables administrators to manage events effectively. Such a system improves accuracy, saves time, and enhances the overall event management experience.</a:t>
            </a:r>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7" name="Group 7"/>
          <p:cNvGrpSpPr/>
          <p:nvPr/>
        </p:nvGrpSpPr>
        <p:grpSpPr>
          <a:xfrm>
            <a:off x="709357" y="3315742"/>
            <a:ext cx="992463" cy="992463"/>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9" name="TextBox 9"/>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3</a:t>
              </a:r>
            </a:p>
          </p:txBody>
        </p:sp>
      </p:grpSp>
      <p:grpSp>
        <p:nvGrpSpPr>
          <p:cNvPr id="10" name="Group 10"/>
          <p:cNvGrpSpPr/>
          <p:nvPr/>
        </p:nvGrpSpPr>
        <p:grpSpPr>
          <a:xfrm>
            <a:off x="951509" y="4428296"/>
            <a:ext cx="508158" cy="543805"/>
            <a:chOff x="0" y="0"/>
            <a:chExt cx="812800" cy="869819"/>
          </a:xfrm>
        </p:grpSpPr>
        <p:sp>
          <p:nvSpPr>
            <p:cNvPr id="11" name="Freeform 1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2" name="TextBox 1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3" name="Group 13"/>
          <p:cNvGrpSpPr/>
          <p:nvPr/>
        </p:nvGrpSpPr>
        <p:grpSpPr>
          <a:xfrm>
            <a:off x="951509" y="1982349"/>
            <a:ext cx="508158" cy="543805"/>
            <a:chOff x="0" y="0"/>
            <a:chExt cx="812800" cy="869819"/>
          </a:xfrm>
        </p:grpSpPr>
        <p:sp>
          <p:nvSpPr>
            <p:cNvPr id="14" name="Freeform 1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5" name="TextBox 1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p:cNvGrpSpPr/>
          <p:nvPr/>
        </p:nvGrpSpPr>
        <p:grpSpPr>
          <a:xfrm>
            <a:off x="951509" y="5094059"/>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19" name="Group 19"/>
          <p:cNvGrpSpPr/>
          <p:nvPr/>
        </p:nvGrpSpPr>
        <p:grpSpPr>
          <a:xfrm>
            <a:off x="951509" y="2648112"/>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p:cNvGrpSpPr/>
          <p:nvPr/>
        </p:nvGrpSpPr>
        <p:grpSpPr>
          <a:xfrm>
            <a:off x="951509" y="6425585"/>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5" name="Group 25"/>
          <p:cNvGrpSpPr/>
          <p:nvPr/>
        </p:nvGrpSpPr>
        <p:grpSpPr>
          <a:xfrm>
            <a:off x="951509" y="5759822"/>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41" name="Group 41"/>
          <p:cNvGrpSpPr/>
          <p:nvPr/>
        </p:nvGrpSpPr>
        <p:grpSpPr>
          <a:xfrm>
            <a:off x="951509" y="7093216"/>
            <a:ext cx="508158" cy="543805"/>
            <a:chOff x="0" y="0"/>
            <a:chExt cx="812800" cy="869819"/>
          </a:xfrm>
        </p:grpSpPr>
        <p:sp>
          <p:nvSpPr>
            <p:cNvPr id="42" name="Freeform 4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43" name="TextBox 4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44" name="Group 44"/>
          <p:cNvGrpSpPr/>
          <p:nvPr/>
        </p:nvGrpSpPr>
        <p:grpSpPr>
          <a:xfrm>
            <a:off x="951509" y="7760846"/>
            <a:ext cx="508158" cy="543805"/>
            <a:chOff x="0" y="0"/>
            <a:chExt cx="812800" cy="869819"/>
          </a:xfrm>
        </p:grpSpPr>
        <p:sp>
          <p:nvSpPr>
            <p:cNvPr id="45" name="Freeform 4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46" name="TextBox 4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50" name="TextBox 49">
            <a:extLst>
              <a:ext uri="{FF2B5EF4-FFF2-40B4-BE49-F238E27FC236}">
                <a16:creationId xmlns:a16="http://schemas.microsoft.com/office/drawing/2014/main" id="{5B915D36-EE4F-CB45-6DD3-E1B9C803EB40}"/>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OBJECTIVES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51" name="Freeform 10">
            <a:extLst>
              <a:ext uri="{FF2B5EF4-FFF2-40B4-BE49-F238E27FC236}">
                <a16:creationId xmlns:a16="http://schemas.microsoft.com/office/drawing/2014/main" id="{CC7EEF9B-9155-23B5-AEE9-85067B6C258B}"/>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sp>
        <p:nvSpPr>
          <p:cNvPr id="2" name="Rectangle 1">
            <a:extLst>
              <a:ext uri="{FF2B5EF4-FFF2-40B4-BE49-F238E27FC236}">
                <a16:creationId xmlns:a16="http://schemas.microsoft.com/office/drawing/2014/main" id="{349BAA85-2B3B-96B2-8BD3-CF97C0CC17C5}"/>
              </a:ext>
            </a:extLst>
          </p:cNvPr>
          <p:cNvSpPr>
            <a:spLocks noChangeArrowheads="1"/>
          </p:cNvSpPr>
          <p:nvPr/>
        </p:nvSpPr>
        <p:spPr bwMode="auto">
          <a:xfrm>
            <a:off x="2001253" y="3695032"/>
            <a:ext cx="16070179" cy="33239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571500" indent="-571500">
              <a:buFont typeface="Wingdings" panose="05000000000000000000" pitchFamily="2" charset="2"/>
              <a:buChar char="Ø"/>
            </a:pPr>
            <a:r>
              <a:rPr lang="en-US" sz="3000" dirty="0">
                <a:latin typeface="+mj-lt"/>
                <a:cs typeface="Times New Roman" panose="02020603050405020304" pitchFamily="18" charset="0"/>
              </a:rPr>
              <a:t> To Design and develop a React JS-based web application for efficient event ticket booking.</a:t>
            </a:r>
          </a:p>
          <a:p>
            <a:endParaRPr lang="en-US" sz="3000" dirty="0">
              <a:latin typeface="+mj-lt"/>
              <a:cs typeface="Times New Roman" panose="02020603050405020304" pitchFamily="18" charset="0"/>
            </a:endParaRPr>
          </a:p>
          <a:p>
            <a:pPr marL="571500" indent="-571500">
              <a:buFont typeface="Wingdings" panose="05000000000000000000" pitchFamily="2" charset="2"/>
              <a:buChar char="Ø"/>
            </a:pPr>
            <a:r>
              <a:rPr lang="en-US" sz="3000" dirty="0">
                <a:latin typeface="+mj-lt"/>
                <a:cs typeface="Times New Roman" panose="02020603050405020304" pitchFamily="18" charset="0"/>
              </a:rPr>
              <a:t>To provide real-time ticket availability and instant booking confirmation.</a:t>
            </a:r>
          </a:p>
          <a:p>
            <a:pPr marL="571500" indent="-571500">
              <a:buFont typeface="Wingdings" panose="05000000000000000000" pitchFamily="2" charset="2"/>
              <a:buChar char="Ø"/>
            </a:pPr>
            <a:endParaRPr lang="en-US" sz="3000" dirty="0">
              <a:latin typeface="+mj-lt"/>
              <a:cs typeface="Times New Roman" panose="02020603050405020304" pitchFamily="18" charset="0"/>
            </a:endParaRPr>
          </a:p>
          <a:p>
            <a:pPr marL="571500" indent="-571500">
              <a:buFont typeface="Wingdings" panose="05000000000000000000" pitchFamily="2" charset="2"/>
              <a:buChar char="Ø"/>
            </a:pPr>
            <a:r>
              <a:rPr lang="en-US" sz="3000" dirty="0">
                <a:latin typeface="+mj-lt"/>
                <a:cs typeface="Times New Roman" panose="02020603050405020304" pitchFamily="18" charset="0"/>
              </a:rPr>
              <a:t>To develop an admin panel for managing events, bookings, and users.</a:t>
            </a:r>
          </a:p>
          <a:p>
            <a:endParaRPr lang="en-US" sz="3000" dirty="0">
              <a:latin typeface="+mj-lt"/>
              <a:cs typeface="Times New Roman" panose="02020603050405020304" pitchFamily="18" charset="0"/>
            </a:endParaRPr>
          </a:p>
          <a:p>
            <a:pPr marL="571500" indent="-571500">
              <a:buFont typeface="Wingdings" panose="05000000000000000000" pitchFamily="2" charset="2"/>
              <a:buChar char="Ø"/>
            </a:pPr>
            <a:r>
              <a:rPr lang="en-US" sz="3000" dirty="0">
                <a:latin typeface="+mj-lt"/>
                <a:cs typeface="Times New Roman" panose="02020603050405020304" pitchFamily="18" charset="0"/>
              </a:rPr>
              <a:t>To develop an admin panel for managing events, bookings, and users.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3" name="Group 13"/>
          <p:cNvGrpSpPr/>
          <p:nvPr/>
        </p:nvGrpSpPr>
        <p:grpSpPr>
          <a:xfrm>
            <a:off x="709357" y="3983373"/>
            <a:ext cx="992463" cy="992463"/>
            <a:chOff x="0" y="0"/>
            <a:chExt cx="812800" cy="812800"/>
          </a:xfrm>
        </p:grpSpPr>
        <p:sp>
          <p:nvSpPr>
            <p:cNvPr id="14" name="Freeform 1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15" name="TextBox 15"/>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4</a:t>
              </a:r>
            </a:p>
          </p:txBody>
        </p:sp>
      </p:grpSp>
      <p:grpSp>
        <p:nvGrpSpPr>
          <p:cNvPr id="16" name="Group 16"/>
          <p:cNvGrpSpPr/>
          <p:nvPr/>
        </p:nvGrpSpPr>
        <p:grpSpPr>
          <a:xfrm>
            <a:off x="951509" y="3315742"/>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9" name="Group 19"/>
          <p:cNvGrpSpPr/>
          <p:nvPr/>
        </p:nvGrpSpPr>
        <p:grpSpPr>
          <a:xfrm>
            <a:off x="951509" y="1982349"/>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2" name="Group 22"/>
          <p:cNvGrpSpPr/>
          <p:nvPr/>
        </p:nvGrpSpPr>
        <p:grpSpPr>
          <a:xfrm>
            <a:off x="951509" y="5094059"/>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5" name="Group 25"/>
          <p:cNvGrpSpPr/>
          <p:nvPr/>
        </p:nvGrpSpPr>
        <p:grpSpPr>
          <a:xfrm>
            <a:off x="951509" y="2648112"/>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8" name="Group 28"/>
          <p:cNvGrpSpPr/>
          <p:nvPr/>
        </p:nvGrpSpPr>
        <p:grpSpPr>
          <a:xfrm>
            <a:off x="951509" y="6425585"/>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p:cNvGrpSpPr/>
          <p:nvPr/>
        </p:nvGrpSpPr>
        <p:grpSpPr>
          <a:xfrm>
            <a:off x="951509" y="5759822"/>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4" name="Group 34"/>
          <p:cNvGrpSpPr/>
          <p:nvPr/>
        </p:nvGrpSpPr>
        <p:grpSpPr>
          <a:xfrm>
            <a:off x="951509" y="7093216"/>
            <a:ext cx="508158" cy="543805"/>
            <a:chOff x="0" y="0"/>
            <a:chExt cx="812800" cy="869819"/>
          </a:xfrm>
        </p:grpSpPr>
        <p:sp>
          <p:nvSpPr>
            <p:cNvPr id="35" name="Freeform 3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6" name="TextBox 3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37" name="Group 37"/>
          <p:cNvGrpSpPr/>
          <p:nvPr/>
        </p:nvGrpSpPr>
        <p:grpSpPr>
          <a:xfrm>
            <a:off x="951509" y="7760846"/>
            <a:ext cx="508158" cy="543805"/>
            <a:chOff x="0" y="0"/>
            <a:chExt cx="812800" cy="869819"/>
          </a:xfrm>
        </p:grpSpPr>
        <p:sp>
          <p:nvSpPr>
            <p:cNvPr id="38" name="Freeform 3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9" name="TextBox 3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5" name="Freeform 10">
            <a:extLst>
              <a:ext uri="{FF2B5EF4-FFF2-40B4-BE49-F238E27FC236}">
                <a16:creationId xmlns:a16="http://schemas.microsoft.com/office/drawing/2014/main" id="{D5D1FD99-C9A7-927E-AD67-E70F11DBAAA2}"/>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sp>
        <p:nvSpPr>
          <p:cNvPr id="46" name="TextBox 45">
            <a:extLst>
              <a:ext uri="{FF2B5EF4-FFF2-40B4-BE49-F238E27FC236}">
                <a16:creationId xmlns:a16="http://schemas.microsoft.com/office/drawing/2014/main" id="{E7218D14-8F44-8040-8BFD-49A59591F527}"/>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PROPOSED SYSTEM</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8" name="TextBox 47">
            <a:extLst>
              <a:ext uri="{FF2B5EF4-FFF2-40B4-BE49-F238E27FC236}">
                <a16:creationId xmlns:a16="http://schemas.microsoft.com/office/drawing/2014/main" id="{E8F19716-1653-9AE0-442E-B3829A585B46}"/>
              </a:ext>
            </a:extLst>
          </p:cNvPr>
          <p:cNvSpPr txBox="1"/>
          <p:nvPr/>
        </p:nvSpPr>
        <p:spPr>
          <a:xfrm>
            <a:off x="1570676" y="1501974"/>
            <a:ext cx="16292949" cy="11726287"/>
          </a:xfrm>
          <a:prstGeom prst="rect">
            <a:avLst/>
          </a:prstGeom>
          <a:noFill/>
        </p:spPr>
        <p:txBody>
          <a:bodyPr wrap="square" rtlCol="0">
            <a:spAutoFit/>
          </a:bodyPr>
          <a:lstStyle/>
          <a:p>
            <a:pPr lvl="1"/>
            <a:r>
              <a:rPr lang="en-US" sz="2800" dirty="0"/>
              <a:t>1.The proposed system is a React JS-based web application for managing event ticket booking in a single platform.</a:t>
            </a:r>
          </a:p>
          <a:p>
            <a:pPr lvl="1"/>
            <a:endParaRPr lang="en-US" sz="2800" dirty="0"/>
          </a:p>
          <a:p>
            <a:pPr marL="457200" indent="-457200">
              <a:buFontTx/>
              <a:buChar char="-"/>
            </a:pPr>
            <a:r>
              <a:rPr lang="en-US" sz="2800" dirty="0"/>
              <a:t>2. It allows users to register, view events, and book tickets.</a:t>
            </a:r>
          </a:p>
          <a:p>
            <a:pPr marL="457200" indent="-457200">
              <a:buFontTx/>
              <a:buChar char="-"/>
            </a:pPr>
            <a:endParaRPr lang="en-US" sz="2800" dirty="0"/>
          </a:p>
          <a:p>
            <a:pPr marL="457200" indent="-457200">
              <a:buFontTx/>
              <a:buChar char="-"/>
            </a:pPr>
            <a:r>
              <a:rPr lang="en-US" sz="2800" dirty="0"/>
              <a:t>3. Admin can create and manage events.</a:t>
            </a:r>
          </a:p>
          <a:p>
            <a:pPr marL="457200" indent="-457200">
              <a:buFontTx/>
              <a:buChar char="-"/>
            </a:pPr>
            <a:endParaRPr lang="en-US" sz="2800" dirty="0"/>
          </a:p>
          <a:p>
            <a:pPr marL="457200" indent="-457200">
              <a:buFontTx/>
              <a:buChar char="-"/>
            </a:pPr>
            <a:r>
              <a:rPr lang="en-US" sz="2800" dirty="0"/>
              <a:t>4. It provides real-time ticket availability and instant booking confirmation.</a:t>
            </a:r>
          </a:p>
          <a:p>
            <a:pPr marL="457200" indent="-457200">
              <a:buFontTx/>
              <a:buChar char="-"/>
            </a:pPr>
            <a:endParaRPr lang="en-US" sz="2800" dirty="0"/>
          </a:p>
          <a:p>
            <a:pPr marL="457200" indent="-457200">
              <a:buFontTx/>
              <a:buChar char="-"/>
            </a:pPr>
            <a:r>
              <a:rPr lang="en-US" sz="2800" dirty="0"/>
              <a:t>5. The system stores booking details securely and generates reports.</a:t>
            </a:r>
          </a:p>
          <a:p>
            <a:pPr marL="457200" indent="-457200">
              <a:buFontTx/>
              <a:buChar char="-"/>
            </a:pPr>
            <a:endParaRPr lang="en-US" sz="2800" dirty="0"/>
          </a:p>
          <a:p>
            <a:pPr marL="457200" indent="-457200">
              <a:buFontTx/>
              <a:buChar char="-"/>
            </a:pPr>
            <a:r>
              <a:rPr lang="en-US" sz="2800" dirty="0"/>
              <a:t>6. It reduces manual work and saves time.</a:t>
            </a:r>
          </a:p>
          <a:p>
            <a:pPr marL="457200" indent="-457200">
              <a:buFontTx/>
              <a:buChar char="-"/>
            </a:pPr>
            <a:endParaRPr lang="en-US" sz="2800" dirty="0"/>
          </a:p>
          <a:p>
            <a:pPr marL="457200" indent="-457200">
              <a:buFontTx/>
              <a:buChar char="-"/>
            </a:pPr>
            <a:r>
              <a:rPr lang="en-US" sz="2800" dirty="0"/>
              <a:t>7. It avoids mistakes in Money calculation.</a:t>
            </a:r>
          </a:p>
          <a:p>
            <a:pPr marL="457200" indent="-457200">
              <a:buFontTx/>
              <a:buChar char="-"/>
            </a:pPr>
            <a:endParaRPr lang="en-US" sz="2800" dirty="0"/>
          </a:p>
          <a:p>
            <a:pPr marL="457200" indent="-457200">
              <a:buFontTx/>
              <a:buChar char="-"/>
            </a:pPr>
            <a:r>
              <a:rPr lang="en-US" sz="2800" dirty="0"/>
              <a:t>8. It is faster and more efficient than manual systems.</a:t>
            </a:r>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oup 5"/>
          <p:cNvGrpSpPr/>
          <p:nvPr/>
        </p:nvGrpSpPr>
        <p:grpSpPr>
          <a:xfrm>
            <a:off x="709357" y="4655766"/>
            <a:ext cx="992463" cy="992463"/>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7" name="TextBox 7"/>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5</a:t>
              </a:r>
            </a:p>
          </p:txBody>
        </p:sp>
      </p:grpSp>
      <p:grpSp>
        <p:nvGrpSpPr>
          <p:cNvPr id="8" name="Group 8"/>
          <p:cNvGrpSpPr/>
          <p:nvPr/>
        </p:nvGrpSpPr>
        <p:grpSpPr>
          <a:xfrm>
            <a:off x="951509" y="3320505"/>
            <a:ext cx="508158" cy="543805"/>
            <a:chOff x="0" y="0"/>
            <a:chExt cx="812800" cy="869819"/>
          </a:xfrm>
        </p:grpSpPr>
        <p:sp>
          <p:nvSpPr>
            <p:cNvPr id="9" name="Freeform 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0" name="TextBox 1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1" name="Group 11"/>
          <p:cNvGrpSpPr/>
          <p:nvPr/>
        </p:nvGrpSpPr>
        <p:grpSpPr>
          <a:xfrm>
            <a:off x="951509" y="1987111"/>
            <a:ext cx="508158" cy="543805"/>
            <a:chOff x="0" y="0"/>
            <a:chExt cx="812800" cy="869819"/>
          </a:xfrm>
        </p:grpSpPr>
        <p:sp>
          <p:nvSpPr>
            <p:cNvPr id="12" name="Freeform 1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3" name="TextBox 1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4" name="Group 14"/>
          <p:cNvGrpSpPr/>
          <p:nvPr/>
        </p:nvGrpSpPr>
        <p:grpSpPr>
          <a:xfrm>
            <a:off x="951509" y="3988135"/>
            <a:ext cx="508158" cy="543805"/>
            <a:chOff x="0" y="0"/>
            <a:chExt cx="812800" cy="869819"/>
          </a:xfrm>
        </p:grpSpPr>
        <p:sp>
          <p:nvSpPr>
            <p:cNvPr id="15" name="Freeform 1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6" name="TextBox 1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7" name="Group 17"/>
          <p:cNvGrpSpPr/>
          <p:nvPr/>
        </p:nvGrpSpPr>
        <p:grpSpPr>
          <a:xfrm>
            <a:off x="951509" y="2652874"/>
            <a:ext cx="508158" cy="543805"/>
            <a:chOff x="0" y="0"/>
            <a:chExt cx="812800" cy="869819"/>
          </a:xfrm>
        </p:grpSpPr>
        <p:sp>
          <p:nvSpPr>
            <p:cNvPr id="18" name="Freeform 1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9" name="TextBox 1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0" name="Group 20"/>
          <p:cNvGrpSpPr/>
          <p:nvPr/>
        </p:nvGrpSpPr>
        <p:grpSpPr>
          <a:xfrm>
            <a:off x="951509" y="6430348"/>
            <a:ext cx="508158" cy="543805"/>
            <a:chOff x="0" y="0"/>
            <a:chExt cx="812800" cy="869819"/>
          </a:xfrm>
        </p:grpSpPr>
        <p:sp>
          <p:nvSpPr>
            <p:cNvPr id="21" name="Freeform 2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2" name="TextBox 2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3" name="Group 23"/>
          <p:cNvGrpSpPr/>
          <p:nvPr/>
        </p:nvGrpSpPr>
        <p:grpSpPr>
          <a:xfrm>
            <a:off x="951509" y="5764584"/>
            <a:ext cx="508158" cy="543805"/>
            <a:chOff x="0" y="0"/>
            <a:chExt cx="812800" cy="869819"/>
          </a:xfrm>
        </p:grpSpPr>
        <p:sp>
          <p:nvSpPr>
            <p:cNvPr id="24" name="Freeform 2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5" name="TextBox 2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6" name="Group 26"/>
          <p:cNvGrpSpPr/>
          <p:nvPr/>
        </p:nvGrpSpPr>
        <p:grpSpPr>
          <a:xfrm>
            <a:off x="951509" y="7088453"/>
            <a:ext cx="508158" cy="543805"/>
            <a:chOff x="0" y="0"/>
            <a:chExt cx="812800" cy="869819"/>
          </a:xfrm>
        </p:grpSpPr>
        <p:sp>
          <p:nvSpPr>
            <p:cNvPr id="27" name="Freeform 2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8" name="TextBox 2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29" name="Group 29"/>
          <p:cNvGrpSpPr/>
          <p:nvPr/>
        </p:nvGrpSpPr>
        <p:grpSpPr>
          <a:xfrm>
            <a:off x="951509" y="7756083"/>
            <a:ext cx="508158" cy="543805"/>
            <a:chOff x="0" y="0"/>
            <a:chExt cx="812800" cy="869819"/>
          </a:xfrm>
        </p:grpSpPr>
        <p:sp>
          <p:nvSpPr>
            <p:cNvPr id="30" name="Freeform 3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1" name="TextBox 3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grpSp>
        <p:nvGrpSpPr>
          <p:cNvPr id="37" name="Group 37"/>
          <p:cNvGrpSpPr/>
          <p:nvPr/>
        </p:nvGrpSpPr>
        <p:grpSpPr>
          <a:xfrm>
            <a:off x="11762088" y="-9632634"/>
            <a:ext cx="10994424" cy="10994424"/>
            <a:chOff x="0" y="0"/>
            <a:chExt cx="812800" cy="812800"/>
          </a:xfrm>
        </p:grpSpPr>
        <p:sp>
          <p:nvSpPr>
            <p:cNvPr id="38" name="Freeform 3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txBody>
            <a:bodyPr/>
            <a:lstStyle/>
            <a:p>
              <a:endParaRPr lang="en-IN"/>
            </a:p>
          </p:txBody>
        </p:sp>
        <p:sp>
          <p:nvSpPr>
            <p:cNvPr id="39" name="TextBox 39"/>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1" name="Freeform 10">
            <a:extLst>
              <a:ext uri="{FF2B5EF4-FFF2-40B4-BE49-F238E27FC236}">
                <a16:creationId xmlns:a16="http://schemas.microsoft.com/office/drawing/2014/main" id="{01BC0C31-7FCD-94EE-8B85-19FBC227565C}"/>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sp>
        <p:nvSpPr>
          <p:cNvPr id="42" name="TextBox 41">
            <a:extLst>
              <a:ext uri="{FF2B5EF4-FFF2-40B4-BE49-F238E27FC236}">
                <a16:creationId xmlns:a16="http://schemas.microsoft.com/office/drawing/2014/main" id="{A4B3B85F-0C7B-16B9-6D50-94A4DFD2D192}"/>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PROPOSED SYSTEM ARCHITECTURE</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3" name="TextBox 42">
            <a:extLst>
              <a:ext uri="{FF2B5EF4-FFF2-40B4-BE49-F238E27FC236}">
                <a16:creationId xmlns:a16="http://schemas.microsoft.com/office/drawing/2014/main" id="{25F9D4B0-38FE-DBA4-164D-1745B68379A5}"/>
              </a:ext>
            </a:extLst>
          </p:cNvPr>
          <p:cNvSpPr txBox="1"/>
          <p:nvPr/>
        </p:nvSpPr>
        <p:spPr>
          <a:xfrm>
            <a:off x="2374972" y="2117811"/>
            <a:ext cx="15082325" cy="5262979"/>
          </a:xfrm>
          <a:prstGeom prst="rect">
            <a:avLst/>
          </a:prstGeom>
          <a:noFill/>
        </p:spPr>
        <p:txBody>
          <a:bodyPr wrap="square" rtlCol="0">
            <a:spAutoFit/>
          </a:bodyPr>
          <a:lstStyle/>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pic>
        <p:nvPicPr>
          <p:cNvPr id="2" name="Picture 1">
            <a:extLst>
              <a:ext uri="{FF2B5EF4-FFF2-40B4-BE49-F238E27FC236}">
                <a16:creationId xmlns:a16="http://schemas.microsoft.com/office/drawing/2014/main" id="{B7B40958-EF3A-7036-C6BF-7DE3E8B3F789}"/>
              </a:ext>
            </a:extLst>
          </p:cNvPr>
          <p:cNvPicPr>
            <a:picLocks noChangeAspect="1"/>
          </p:cNvPicPr>
          <p:nvPr/>
        </p:nvPicPr>
        <p:blipFill>
          <a:blip r:embed="rId3"/>
          <a:stretch>
            <a:fillRect/>
          </a:stretch>
        </p:blipFill>
        <p:spPr>
          <a:xfrm>
            <a:off x="2683643" y="1638300"/>
            <a:ext cx="13265480" cy="7241605"/>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4" name="Group 14"/>
          <p:cNvGrpSpPr/>
          <p:nvPr/>
        </p:nvGrpSpPr>
        <p:grpSpPr>
          <a:xfrm>
            <a:off x="735588" y="5318634"/>
            <a:ext cx="992463" cy="992463"/>
            <a:chOff x="0" y="0"/>
            <a:chExt cx="812800" cy="812800"/>
          </a:xfrm>
        </p:grpSpPr>
        <p:sp>
          <p:nvSpPr>
            <p:cNvPr id="15" name="Freeform 1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16" name="TextBox 16"/>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6</a:t>
              </a:r>
            </a:p>
          </p:txBody>
        </p:sp>
      </p:grpSp>
      <p:grpSp>
        <p:nvGrpSpPr>
          <p:cNvPr id="17" name="Group 17"/>
          <p:cNvGrpSpPr/>
          <p:nvPr/>
        </p:nvGrpSpPr>
        <p:grpSpPr>
          <a:xfrm>
            <a:off x="977741" y="3315742"/>
            <a:ext cx="508158" cy="543805"/>
            <a:chOff x="0" y="0"/>
            <a:chExt cx="812800" cy="869819"/>
          </a:xfrm>
        </p:grpSpPr>
        <p:sp>
          <p:nvSpPr>
            <p:cNvPr id="18" name="Freeform 1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9" name="TextBox 1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0" name="Group 20"/>
          <p:cNvGrpSpPr/>
          <p:nvPr/>
        </p:nvGrpSpPr>
        <p:grpSpPr>
          <a:xfrm>
            <a:off x="977741" y="1982349"/>
            <a:ext cx="508158" cy="543805"/>
            <a:chOff x="0" y="0"/>
            <a:chExt cx="812800" cy="869819"/>
          </a:xfrm>
        </p:grpSpPr>
        <p:sp>
          <p:nvSpPr>
            <p:cNvPr id="21" name="Freeform 2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2" name="TextBox 2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3" name="Group 23"/>
          <p:cNvGrpSpPr/>
          <p:nvPr/>
        </p:nvGrpSpPr>
        <p:grpSpPr>
          <a:xfrm>
            <a:off x="977741" y="3983373"/>
            <a:ext cx="508158" cy="543805"/>
            <a:chOff x="0" y="0"/>
            <a:chExt cx="812800" cy="869819"/>
          </a:xfrm>
        </p:grpSpPr>
        <p:sp>
          <p:nvSpPr>
            <p:cNvPr id="24" name="Freeform 2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5" name="TextBox 2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26" name="Group 26"/>
          <p:cNvGrpSpPr/>
          <p:nvPr/>
        </p:nvGrpSpPr>
        <p:grpSpPr>
          <a:xfrm>
            <a:off x="977741" y="2648112"/>
            <a:ext cx="508158" cy="543805"/>
            <a:chOff x="0" y="0"/>
            <a:chExt cx="812800" cy="869819"/>
          </a:xfrm>
        </p:grpSpPr>
        <p:sp>
          <p:nvSpPr>
            <p:cNvPr id="27" name="Freeform 2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8" name="TextBox 2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9" name="Group 29"/>
          <p:cNvGrpSpPr/>
          <p:nvPr/>
        </p:nvGrpSpPr>
        <p:grpSpPr>
          <a:xfrm>
            <a:off x="977741" y="6425585"/>
            <a:ext cx="508158" cy="543805"/>
            <a:chOff x="0" y="0"/>
            <a:chExt cx="812800" cy="869819"/>
          </a:xfrm>
        </p:grpSpPr>
        <p:sp>
          <p:nvSpPr>
            <p:cNvPr id="30" name="Freeform 3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1" name="TextBox 3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2" name="Group 32"/>
          <p:cNvGrpSpPr/>
          <p:nvPr/>
        </p:nvGrpSpPr>
        <p:grpSpPr>
          <a:xfrm>
            <a:off x="977741" y="4651003"/>
            <a:ext cx="508158" cy="543805"/>
            <a:chOff x="0" y="0"/>
            <a:chExt cx="812800" cy="869819"/>
          </a:xfrm>
        </p:grpSpPr>
        <p:sp>
          <p:nvSpPr>
            <p:cNvPr id="33" name="Freeform 3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4" name="TextBox 3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37" name="Group 37"/>
          <p:cNvGrpSpPr/>
          <p:nvPr/>
        </p:nvGrpSpPr>
        <p:grpSpPr>
          <a:xfrm>
            <a:off x="977741" y="7093216"/>
            <a:ext cx="508158" cy="543805"/>
            <a:chOff x="0" y="0"/>
            <a:chExt cx="812800" cy="869819"/>
          </a:xfrm>
        </p:grpSpPr>
        <p:sp>
          <p:nvSpPr>
            <p:cNvPr id="38" name="Freeform 3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9" name="TextBox 3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40" name="Group 40"/>
          <p:cNvGrpSpPr/>
          <p:nvPr/>
        </p:nvGrpSpPr>
        <p:grpSpPr>
          <a:xfrm>
            <a:off x="977741" y="7760846"/>
            <a:ext cx="508158" cy="543805"/>
            <a:chOff x="0" y="0"/>
            <a:chExt cx="812800" cy="869819"/>
          </a:xfrm>
        </p:grpSpPr>
        <p:sp>
          <p:nvSpPr>
            <p:cNvPr id="41" name="Freeform 4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42" name="TextBox 4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6" name="Freeform 10">
            <a:extLst>
              <a:ext uri="{FF2B5EF4-FFF2-40B4-BE49-F238E27FC236}">
                <a16:creationId xmlns:a16="http://schemas.microsoft.com/office/drawing/2014/main" id="{3663A130-069F-2D83-78E7-4DA0FE7AAC6E}"/>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sp>
        <p:nvSpPr>
          <p:cNvPr id="47" name="TextBox 46">
            <a:extLst>
              <a:ext uri="{FF2B5EF4-FFF2-40B4-BE49-F238E27FC236}">
                <a16:creationId xmlns:a16="http://schemas.microsoft.com/office/drawing/2014/main" id="{1B156733-A733-69AA-7523-59650E125994}"/>
              </a:ext>
            </a:extLst>
          </p:cNvPr>
          <p:cNvSpPr txBox="1"/>
          <p:nvPr/>
        </p:nvSpPr>
        <p:spPr>
          <a:xfrm>
            <a:off x="190500" y="315938"/>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WORKFLOW</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50" name="TextBox 49">
            <a:extLst>
              <a:ext uri="{FF2B5EF4-FFF2-40B4-BE49-F238E27FC236}">
                <a16:creationId xmlns:a16="http://schemas.microsoft.com/office/drawing/2014/main" id="{D04F3B99-A5D2-54DC-51CD-4E86A99D3EA2}"/>
              </a:ext>
            </a:extLst>
          </p:cNvPr>
          <p:cNvSpPr txBox="1"/>
          <p:nvPr/>
        </p:nvSpPr>
        <p:spPr>
          <a:xfrm>
            <a:off x="2209800" y="1638300"/>
            <a:ext cx="15082325" cy="4832092"/>
          </a:xfrm>
          <a:prstGeom prst="rect">
            <a:avLst/>
          </a:prstGeom>
          <a:noFill/>
        </p:spPr>
        <p:txBody>
          <a:bodyPr wrap="square" rtlCol="0">
            <a:spAutoFit/>
          </a:bodyPr>
          <a:lstStyle/>
          <a:p>
            <a:endParaRPr lang="en-US" sz="2800" dirty="0"/>
          </a:p>
          <a:p>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pic>
        <p:nvPicPr>
          <p:cNvPr id="7" name="Picture 6">
            <a:extLst>
              <a:ext uri="{FF2B5EF4-FFF2-40B4-BE49-F238E27FC236}">
                <a16:creationId xmlns:a16="http://schemas.microsoft.com/office/drawing/2014/main" id="{A80D2735-027B-7DC4-9E59-67D99BD0A98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451952" y="1638300"/>
            <a:ext cx="14807347" cy="74295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9" name="Group 19"/>
          <p:cNvGrpSpPr/>
          <p:nvPr/>
        </p:nvGrpSpPr>
        <p:grpSpPr>
          <a:xfrm>
            <a:off x="735588" y="5976927"/>
            <a:ext cx="992463" cy="992463"/>
            <a:chOff x="0" y="0"/>
            <a:chExt cx="812800" cy="812800"/>
          </a:xfrm>
        </p:grpSpPr>
        <p:sp>
          <p:nvSpPr>
            <p:cNvPr id="20" name="Freeform 2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21" name="TextBox 21"/>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7</a:t>
              </a:r>
            </a:p>
          </p:txBody>
        </p:sp>
      </p:grpSp>
      <p:grpSp>
        <p:nvGrpSpPr>
          <p:cNvPr id="22" name="Group 22"/>
          <p:cNvGrpSpPr/>
          <p:nvPr/>
        </p:nvGrpSpPr>
        <p:grpSpPr>
          <a:xfrm>
            <a:off x="977741" y="3315742"/>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5" name="Group 25"/>
          <p:cNvGrpSpPr/>
          <p:nvPr/>
        </p:nvGrpSpPr>
        <p:grpSpPr>
          <a:xfrm>
            <a:off x="977741" y="1982349"/>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8" name="Group 28"/>
          <p:cNvGrpSpPr/>
          <p:nvPr/>
        </p:nvGrpSpPr>
        <p:grpSpPr>
          <a:xfrm>
            <a:off x="977741" y="3983373"/>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31" name="Group 31"/>
          <p:cNvGrpSpPr/>
          <p:nvPr/>
        </p:nvGrpSpPr>
        <p:grpSpPr>
          <a:xfrm>
            <a:off x="977741" y="2648112"/>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34" name="Group 34"/>
          <p:cNvGrpSpPr/>
          <p:nvPr/>
        </p:nvGrpSpPr>
        <p:grpSpPr>
          <a:xfrm>
            <a:off x="977741" y="5318634"/>
            <a:ext cx="508158" cy="543805"/>
            <a:chOff x="0" y="0"/>
            <a:chExt cx="812800" cy="869819"/>
          </a:xfrm>
        </p:grpSpPr>
        <p:sp>
          <p:nvSpPr>
            <p:cNvPr id="35" name="Freeform 3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6" name="TextBox 3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7" name="Group 37"/>
          <p:cNvGrpSpPr/>
          <p:nvPr/>
        </p:nvGrpSpPr>
        <p:grpSpPr>
          <a:xfrm>
            <a:off x="977741" y="4651003"/>
            <a:ext cx="508158" cy="543805"/>
            <a:chOff x="0" y="0"/>
            <a:chExt cx="812800" cy="869819"/>
          </a:xfrm>
        </p:grpSpPr>
        <p:sp>
          <p:nvSpPr>
            <p:cNvPr id="38" name="Freeform 3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9" name="TextBox 3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40" name="Group 40"/>
          <p:cNvGrpSpPr/>
          <p:nvPr/>
        </p:nvGrpSpPr>
        <p:grpSpPr>
          <a:xfrm>
            <a:off x="977741" y="7093216"/>
            <a:ext cx="508158" cy="543805"/>
            <a:chOff x="0" y="0"/>
            <a:chExt cx="812800" cy="869819"/>
          </a:xfrm>
        </p:grpSpPr>
        <p:sp>
          <p:nvSpPr>
            <p:cNvPr id="41" name="Freeform 4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42" name="TextBox 4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43" name="Group 43"/>
          <p:cNvGrpSpPr/>
          <p:nvPr/>
        </p:nvGrpSpPr>
        <p:grpSpPr>
          <a:xfrm>
            <a:off x="977741" y="7760846"/>
            <a:ext cx="508158" cy="543805"/>
            <a:chOff x="0" y="0"/>
            <a:chExt cx="812800" cy="869819"/>
          </a:xfrm>
        </p:grpSpPr>
        <p:sp>
          <p:nvSpPr>
            <p:cNvPr id="44" name="Freeform 4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45" name="TextBox 4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6" name="Freeform 10">
            <a:extLst>
              <a:ext uri="{FF2B5EF4-FFF2-40B4-BE49-F238E27FC236}">
                <a16:creationId xmlns:a16="http://schemas.microsoft.com/office/drawing/2014/main" id="{307389F6-23D0-83F6-DD02-F20D61DADE76}"/>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sp>
        <p:nvSpPr>
          <p:cNvPr id="47" name="TextBox 46">
            <a:extLst>
              <a:ext uri="{FF2B5EF4-FFF2-40B4-BE49-F238E27FC236}">
                <a16:creationId xmlns:a16="http://schemas.microsoft.com/office/drawing/2014/main" id="{E4ED097B-FECF-66E6-2A98-0F8B4D948FC8}"/>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TECHNOLOGIES USED</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8" name="TextBox 47">
            <a:extLst>
              <a:ext uri="{FF2B5EF4-FFF2-40B4-BE49-F238E27FC236}">
                <a16:creationId xmlns:a16="http://schemas.microsoft.com/office/drawing/2014/main" id="{26E9F5F9-CCF8-6F05-4C01-034C88D7529E}"/>
              </a:ext>
            </a:extLst>
          </p:cNvPr>
          <p:cNvSpPr txBox="1"/>
          <p:nvPr/>
        </p:nvSpPr>
        <p:spPr>
          <a:xfrm>
            <a:off x="2209800" y="1638300"/>
            <a:ext cx="15082325" cy="14311610"/>
          </a:xfrm>
          <a:prstGeom prst="rect">
            <a:avLst/>
          </a:prstGeom>
          <a:noFill/>
        </p:spPr>
        <p:txBody>
          <a:bodyPr wrap="square" rtlCol="0">
            <a:spAutoFit/>
          </a:bodyPr>
          <a:lstStyle/>
          <a:p>
            <a:r>
              <a:rPr lang="en-US" sz="2800" dirty="0">
                <a:solidFill>
                  <a:srgbClr val="0033CC"/>
                </a:solidFill>
              </a:rPr>
              <a:t>Frontend:</a:t>
            </a:r>
          </a:p>
          <a:p>
            <a:endParaRPr lang="en-US" sz="2800" dirty="0">
              <a:solidFill>
                <a:srgbClr val="0033CC"/>
              </a:solidFill>
            </a:endParaRPr>
          </a:p>
          <a:p>
            <a:r>
              <a:rPr lang="en-US" sz="2800" dirty="0"/>
              <a:t>1.HTML5</a:t>
            </a:r>
          </a:p>
          <a:p>
            <a:r>
              <a:rPr lang="en-US" sz="2800" dirty="0"/>
              <a:t>2.CSS3</a:t>
            </a:r>
          </a:p>
          <a:p>
            <a:r>
              <a:rPr lang="en-US" sz="2800" dirty="0"/>
              <a:t>3.Javascript</a:t>
            </a:r>
          </a:p>
          <a:p>
            <a:r>
              <a:rPr lang="en-US" sz="2800" dirty="0"/>
              <a:t>4.React JS</a:t>
            </a:r>
          </a:p>
          <a:p>
            <a:endParaRPr lang="en-US" sz="2800" dirty="0"/>
          </a:p>
          <a:p>
            <a:r>
              <a:rPr lang="en-US" sz="2800" dirty="0">
                <a:solidFill>
                  <a:srgbClr val="0033CC"/>
                </a:solidFill>
              </a:rPr>
              <a:t>Backend:</a:t>
            </a:r>
          </a:p>
          <a:p>
            <a:endParaRPr lang="en-US" sz="2800" dirty="0">
              <a:solidFill>
                <a:srgbClr val="0033CC"/>
              </a:solidFill>
            </a:endParaRPr>
          </a:p>
          <a:p>
            <a:r>
              <a:rPr lang="en-US" sz="2800" dirty="0"/>
              <a:t>1.Node </a:t>
            </a:r>
            <a:r>
              <a:rPr lang="en-US" sz="2800" dirty="0" err="1"/>
              <a:t>Js</a:t>
            </a:r>
            <a:endParaRPr lang="en-US" sz="2800" dirty="0"/>
          </a:p>
          <a:p>
            <a:endParaRPr lang="en-US" sz="2800" dirty="0"/>
          </a:p>
          <a:p>
            <a:r>
              <a:rPr lang="en-US" sz="2800" dirty="0">
                <a:solidFill>
                  <a:srgbClr val="0033CC"/>
                </a:solidFill>
              </a:rPr>
              <a:t> Data Base / Tools:</a:t>
            </a:r>
          </a:p>
          <a:p>
            <a:endParaRPr lang="en-US" sz="2800" dirty="0"/>
          </a:p>
          <a:p>
            <a:r>
              <a:rPr lang="en-US" sz="2800" dirty="0"/>
              <a:t>1.Firebase</a:t>
            </a:r>
          </a:p>
          <a:p>
            <a:endParaRPr lang="en-US" sz="2800" dirty="0"/>
          </a:p>
          <a:p>
            <a:r>
              <a:rPr lang="en-US" sz="2800" dirty="0">
                <a:solidFill>
                  <a:srgbClr val="0033CC"/>
                </a:solidFill>
              </a:rPr>
              <a:t>Software Requirements</a:t>
            </a:r>
            <a:r>
              <a:rPr lang="en-US" sz="2800" dirty="0"/>
              <a:t>:</a:t>
            </a:r>
          </a:p>
          <a:p>
            <a:endParaRPr lang="en-US" sz="2800" dirty="0"/>
          </a:p>
          <a:p>
            <a:r>
              <a:rPr lang="en-US" sz="2800" dirty="0"/>
              <a:t>1.Windows / Mac </a:t>
            </a:r>
          </a:p>
          <a:p>
            <a:r>
              <a:rPr lang="en-US" sz="2800" dirty="0"/>
              <a:t>2. Web Browser</a:t>
            </a:r>
          </a:p>
          <a:p>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Group 7"/>
          <p:cNvGrpSpPr/>
          <p:nvPr/>
        </p:nvGrpSpPr>
        <p:grpSpPr>
          <a:xfrm>
            <a:off x="735588" y="6653894"/>
            <a:ext cx="992463" cy="992463"/>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9" name="TextBox 9"/>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8</a:t>
              </a:r>
            </a:p>
          </p:txBody>
        </p:sp>
      </p:grpSp>
      <p:grpSp>
        <p:nvGrpSpPr>
          <p:cNvPr id="10" name="Group 10"/>
          <p:cNvGrpSpPr/>
          <p:nvPr/>
        </p:nvGrpSpPr>
        <p:grpSpPr>
          <a:xfrm>
            <a:off x="977741" y="3315742"/>
            <a:ext cx="508158" cy="543805"/>
            <a:chOff x="0" y="0"/>
            <a:chExt cx="812800" cy="869819"/>
          </a:xfrm>
        </p:grpSpPr>
        <p:sp>
          <p:nvSpPr>
            <p:cNvPr id="11" name="Freeform 1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2" name="TextBox 1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p:cNvGrpSpPr/>
          <p:nvPr/>
        </p:nvGrpSpPr>
        <p:grpSpPr>
          <a:xfrm>
            <a:off x="977741" y="1982349"/>
            <a:ext cx="508158" cy="543805"/>
            <a:chOff x="0" y="0"/>
            <a:chExt cx="812800" cy="869819"/>
          </a:xfrm>
        </p:grpSpPr>
        <p:sp>
          <p:nvSpPr>
            <p:cNvPr id="14" name="Freeform 1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5" name="TextBox 1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p:cNvGrpSpPr/>
          <p:nvPr/>
        </p:nvGrpSpPr>
        <p:grpSpPr>
          <a:xfrm>
            <a:off x="977741" y="3983373"/>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p:cNvGrpSpPr/>
          <p:nvPr/>
        </p:nvGrpSpPr>
        <p:grpSpPr>
          <a:xfrm>
            <a:off x="977741" y="2648112"/>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p:cNvGrpSpPr/>
          <p:nvPr/>
        </p:nvGrpSpPr>
        <p:grpSpPr>
          <a:xfrm>
            <a:off x="977741" y="5318634"/>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p:cNvGrpSpPr/>
          <p:nvPr/>
        </p:nvGrpSpPr>
        <p:grpSpPr>
          <a:xfrm>
            <a:off x="977741" y="4651003"/>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p:cNvGrpSpPr/>
          <p:nvPr/>
        </p:nvGrpSpPr>
        <p:grpSpPr>
          <a:xfrm>
            <a:off x="977741" y="5986264"/>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p:cNvGrpSpPr/>
          <p:nvPr/>
        </p:nvGrpSpPr>
        <p:grpSpPr>
          <a:xfrm>
            <a:off x="977741" y="7760846"/>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grpSp>
        <p:nvGrpSpPr>
          <p:cNvPr id="35" name="Group 35"/>
          <p:cNvGrpSpPr/>
          <p:nvPr/>
        </p:nvGrpSpPr>
        <p:grpSpPr>
          <a:xfrm>
            <a:off x="17170670" y="-178579"/>
            <a:ext cx="10994424" cy="10994424"/>
            <a:chOff x="0" y="0"/>
            <a:chExt cx="812800" cy="812800"/>
          </a:xfrm>
        </p:grpSpPr>
        <p:sp>
          <p:nvSpPr>
            <p:cNvPr id="36" name="Freeform 3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txBody>
            <a:bodyPr/>
            <a:lstStyle/>
            <a:p>
              <a:endParaRPr lang="en-IN"/>
            </a:p>
          </p:txBody>
        </p:sp>
        <p:sp>
          <p:nvSpPr>
            <p:cNvPr id="37" name="TextBox 37"/>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9A1BCE7C-890E-A01E-691E-1D3D07CF6333}"/>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MODULE DESCRIPTION</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a:extLst>
              <a:ext uri="{FF2B5EF4-FFF2-40B4-BE49-F238E27FC236}">
                <a16:creationId xmlns:a16="http://schemas.microsoft.com/office/drawing/2014/main" id="{9304C197-EAC7-7A26-FAED-ED7302DBEC6E}"/>
              </a:ext>
            </a:extLst>
          </p:cNvPr>
          <p:cNvSpPr txBox="1"/>
          <p:nvPr/>
        </p:nvSpPr>
        <p:spPr>
          <a:xfrm>
            <a:off x="2209800" y="1638300"/>
            <a:ext cx="15082325" cy="7417415"/>
          </a:xfrm>
          <a:prstGeom prst="rect">
            <a:avLst/>
          </a:prstGeom>
          <a:noFill/>
        </p:spPr>
        <p:txBody>
          <a:bodyPr wrap="square" rtlCol="0">
            <a:spAutoFit/>
          </a:bodyPr>
          <a:lstStyle/>
          <a:p>
            <a:endParaRPr lang="en-IN" sz="2800" b="1" dirty="0"/>
          </a:p>
          <a:p>
            <a:r>
              <a:rPr lang="en-IN" sz="2800" b="1" dirty="0"/>
              <a:t>Module 1: User Management</a:t>
            </a:r>
          </a:p>
          <a:p>
            <a:r>
              <a:rPr lang="en-US" sz="2800" dirty="0"/>
              <a:t>Handles user registration, login, and profile management with secure authentication.</a:t>
            </a:r>
            <a:endParaRPr lang="en-IN" sz="2800" dirty="0"/>
          </a:p>
          <a:p>
            <a:endParaRPr lang="en-IN" sz="2800" dirty="0"/>
          </a:p>
          <a:p>
            <a:r>
              <a:rPr lang="en-IN" sz="2800" b="1" dirty="0"/>
              <a:t>Module 2: Quiz Management</a:t>
            </a:r>
          </a:p>
          <a:p>
            <a:r>
              <a:rPr lang="en-US" sz="2800" dirty="0"/>
              <a:t>Allows admin to create, update, and delete events and manage event details.</a:t>
            </a:r>
            <a:endParaRPr lang="en-IN" sz="2800" dirty="0"/>
          </a:p>
          <a:p>
            <a:endParaRPr lang="en-IN" sz="2800" dirty="0"/>
          </a:p>
          <a:p>
            <a:r>
              <a:rPr lang="en-IN" sz="2800" b="1" dirty="0"/>
              <a:t>Module 3: Ticket Booking</a:t>
            </a:r>
          </a:p>
          <a:p>
            <a:r>
              <a:rPr lang="en-US" sz="2800" dirty="0"/>
              <a:t>Enables users to view events, select tickets, and complete the booking process.</a:t>
            </a:r>
            <a:endParaRPr lang="en-IN" sz="2800" dirty="0"/>
          </a:p>
          <a:p>
            <a:endParaRPr lang="en-IN" sz="2800" dirty="0"/>
          </a:p>
          <a:p>
            <a:r>
              <a:rPr lang="en-IN" sz="2800" b="1" dirty="0"/>
              <a:t>Module 4: Booking Confirmation</a:t>
            </a:r>
          </a:p>
          <a:p>
            <a:r>
              <a:rPr lang="en-US" sz="2800" dirty="0"/>
              <a:t>Generates booking confirmation and allows users to download or receive tickets.</a:t>
            </a:r>
            <a:endParaRPr lang="en-IN" sz="2800" dirty="0"/>
          </a:p>
          <a:p>
            <a:endParaRPr lang="en-IN" sz="2800" dirty="0"/>
          </a:p>
          <a:p>
            <a:endParaRPr lang="en-IN" sz="2800" dirty="0"/>
          </a:p>
          <a:p>
            <a:endParaRPr lang="en-IN" sz="2800" dirty="0"/>
          </a:p>
          <a:p>
            <a:endParaRPr lang="en-IN" sz="2800" dirty="0"/>
          </a:p>
          <a:p>
            <a:endParaRPr lang="en-IN" sz="2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a:extLst>
            <a:ext uri="{FF2B5EF4-FFF2-40B4-BE49-F238E27FC236}">
              <a16:creationId xmlns:a16="http://schemas.microsoft.com/office/drawing/2014/main" id="{E0BFBA1B-7EE7-47B6-41F3-C4B61A979F6F}"/>
            </a:ext>
          </a:extLst>
        </p:cNvPr>
        <p:cNvGrpSpPr/>
        <p:nvPr/>
      </p:nvGrpSpPr>
      <p:grpSpPr>
        <a:xfrm>
          <a:off x="0" y="0"/>
          <a:ext cx="0" cy="0"/>
          <a:chOff x="0" y="0"/>
          <a:chExt cx="0" cy="0"/>
        </a:xfrm>
      </p:grpSpPr>
      <p:grpSp>
        <p:nvGrpSpPr>
          <p:cNvPr id="7" name="Group 7">
            <a:extLst>
              <a:ext uri="{FF2B5EF4-FFF2-40B4-BE49-F238E27FC236}">
                <a16:creationId xmlns:a16="http://schemas.microsoft.com/office/drawing/2014/main" id="{D8CD5C70-566B-9213-9F31-546BB621CCAF}"/>
              </a:ext>
            </a:extLst>
          </p:cNvPr>
          <p:cNvGrpSpPr/>
          <p:nvPr/>
        </p:nvGrpSpPr>
        <p:grpSpPr>
          <a:xfrm>
            <a:off x="735588" y="6653894"/>
            <a:ext cx="992463" cy="992463"/>
            <a:chOff x="0" y="0"/>
            <a:chExt cx="812800" cy="812800"/>
          </a:xfrm>
        </p:grpSpPr>
        <p:sp>
          <p:nvSpPr>
            <p:cNvPr id="8" name="Freeform 8">
              <a:extLst>
                <a:ext uri="{FF2B5EF4-FFF2-40B4-BE49-F238E27FC236}">
                  <a16:creationId xmlns:a16="http://schemas.microsoft.com/office/drawing/2014/main" id="{7EBAE7EB-82E8-3AF5-3C43-EA7688F73256}"/>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9" name="TextBox 9">
              <a:extLst>
                <a:ext uri="{FF2B5EF4-FFF2-40B4-BE49-F238E27FC236}">
                  <a16:creationId xmlns:a16="http://schemas.microsoft.com/office/drawing/2014/main" id="{5294143A-C171-B89D-02DF-136CB32B43C9}"/>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400" b="1" dirty="0">
                  <a:solidFill>
                    <a:srgbClr val="002060"/>
                  </a:solidFill>
                  <a:latin typeface="Gotham"/>
                  <a:ea typeface="Gotham"/>
                  <a:cs typeface="Gotham"/>
                  <a:sym typeface="Gotham"/>
                </a:rPr>
                <a:t>8</a:t>
              </a:r>
            </a:p>
          </p:txBody>
        </p:sp>
      </p:grpSp>
      <p:grpSp>
        <p:nvGrpSpPr>
          <p:cNvPr id="10" name="Group 10">
            <a:extLst>
              <a:ext uri="{FF2B5EF4-FFF2-40B4-BE49-F238E27FC236}">
                <a16:creationId xmlns:a16="http://schemas.microsoft.com/office/drawing/2014/main" id="{811A371D-2A07-AABC-E66C-143D37E0F12C}"/>
              </a:ext>
            </a:extLst>
          </p:cNvPr>
          <p:cNvGrpSpPr/>
          <p:nvPr/>
        </p:nvGrpSpPr>
        <p:grpSpPr>
          <a:xfrm>
            <a:off x="977741" y="3315742"/>
            <a:ext cx="508158" cy="543805"/>
            <a:chOff x="0" y="0"/>
            <a:chExt cx="812800" cy="869819"/>
          </a:xfrm>
        </p:grpSpPr>
        <p:sp>
          <p:nvSpPr>
            <p:cNvPr id="11" name="Freeform 11">
              <a:extLst>
                <a:ext uri="{FF2B5EF4-FFF2-40B4-BE49-F238E27FC236}">
                  <a16:creationId xmlns:a16="http://schemas.microsoft.com/office/drawing/2014/main" id="{2F7BDC7D-6911-7D85-E73A-2061DE32440B}"/>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2" name="TextBox 12">
              <a:extLst>
                <a:ext uri="{FF2B5EF4-FFF2-40B4-BE49-F238E27FC236}">
                  <a16:creationId xmlns:a16="http://schemas.microsoft.com/office/drawing/2014/main" id="{6DEA2241-E6A3-8051-F424-21070A5DF292}"/>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a:extLst>
              <a:ext uri="{FF2B5EF4-FFF2-40B4-BE49-F238E27FC236}">
                <a16:creationId xmlns:a16="http://schemas.microsoft.com/office/drawing/2014/main" id="{4DD3D6A9-1C97-9943-C984-B50356BAE3FF}"/>
              </a:ext>
            </a:extLst>
          </p:cNvPr>
          <p:cNvGrpSpPr/>
          <p:nvPr/>
        </p:nvGrpSpPr>
        <p:grpSpPr>
          <a:xfrm>
            <a:off x="977741" y="1982349"/>
            <a:ext cx="508158" cy="543805"/>
            <a:chOff x="0" y="0"/>
            <a:chExt cx="812800" cy="869819"/>
          </a:xfrm>
        </p:grpSpPr>
        <p:sp>
          <p:nvSpPr>
            <p:cNvPr id="14" name="Freeform 14">
              <a:extLst>
                <a:ext uri="{FF2B5EF4-FFF2-40B4-BE49-F238E27FC236}">
                  <a16:creationId xmlns:a16="http://schemas.microsoft.com/office/drawing/2014/main" id="{6BB1489C-F4F8-D62E-3AD9-3CAA028A4264}"/>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5" name="TextBox 15">
              <a:extLst>
                <a:ext uri="{FF2B5EF4-FFF2-40B4-BE49-F238E27FC236}">
                  <a16:creationId xmlns:a16="http://schemas.microsoft.com/office/drawing/2014/main" id="{A4A64A6E-EA7C-DFF0-C280-5041CD8B135D}"/>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a:extLst>
              <a:ext uri="{FF2B5EF4-FFF2-40B4-BE49-F238E27FC236}">
                <a16:creationId xmlns:a16="http://schemas.microsoft.com/office/drawing/2014/main" id="{BE5FF856-5043-C428-B45A-4C00BF9D3418}"/>
              </a:ext>
            </a:extLst>
          </p:cNvPr>
          <p:cNvGrpSpPr/>
          <p:nvPr/>
        </p:nvGrpSpPr>
        <p:grpSpPr>
          <a:xfrm>
            <a:off x="977741" y="3983373"/>
            <a:ext cx="508158" cy="543805"/>
            <a:chOff x="0" y="0"/>
            <a:chExt cx="812800" cy="869819"/>
          </a:xfrm>
        </p:grpSpPr>
        <p:sp>
          <p:nvSpPr>
            <p:cNvPr id="17" name="Freeform 17">
              <a:extLst>
                <a:ext uri="{FF2B5EF4-FFF2-40B4-BE49-F238E27FC236}">
                  <a16:creationId xmlns:a16="http://schemas.microsoft.com/office/drawing/2014/main" id="{CFC7AF72-B76A-8AD8-7E70-BDE8837D6623}"/>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8" name="TextBox 18">
              <a:extLst>
                <a:ext uri="{FF2B5EF4-FFF2-40B4-BE49-F238E27FC236}">
                  <a16:creationId xmlns:a16="http://schemas.microsoft.com/office/drawing/2014/main" id="{F6C277EF-EDEF-0F79-B4B2-AB1B3E58301A}"/>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a:extLst>
              <a:ext uri="{FF2B5EF4-FFF2-40B4-BE49-F238E27FC236}">
                <a16:creationId xmlns:a16="http://schemas.microsoft.com/office/drawing/2014/main" id="{A32CD2C6-1D06-729E-1157-B2EAAEA172A4}"/>
              </a:ext>
            </a:extLst>
          </p:cNvPr>
          <p:cNvGrpSpPr/>
          <p:nvPr/>
        </p:nvGrpSpPr>
        <p:grpSpPr>
          <a:xfrm>
            <a:off x="977741" y="2648112"/>
            <a:ext cx="508158" cy="543805"/>
            <a:chOff x="0" y="0"/>
            <a:chExt cx="812800" cy="869819"/>
          </a:xfrm>
        </p:grpSpPr>
        <p:sp>
          <p:nvSpPr>
            <p:cNvPr id="20" name="Freeform 20">
              <a:extLst>
                <a:ext uri="{FF2B5EF4-FFF2-40B4-BE49-F238E27FC236}">
                  <a16:creationId xmlns:a16="http://schemas.microsoft.com/office/drawing/2014/main" id="{A222D7EA-F7CE-B4F5-4D06-02860C5AC39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1" name="TextBox 21">
              <a:extLst>
                <a:ext uri="{FF2B5EF4-FFF2-40B4-BE49-F238E27FC236}">
                  <a16:creationId xmlns:a16="http://schemas.microsoft.com/office/drawing/2014/main" id="{17F695A3-7B3D-00FE-26D6-E53B473BCF16}"/>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a:extLst>
              <a:ext uri="{FF2B5EF4-FFF2-40B4-BE49-F238E27FC236}">
                <a16:creationId xmlns:a16="http://schemas.microsoft.com/office/drawing/2014/main" id="{5A8D3527-DD17-232E-3ECB-BDBFC0FF3DE7}"/>
              </a:ext>
            </a:extLst>
          </p:cNvPr>
          <p:cNvGrpSpPr/>
          <p:nvPr/>
        </p:nvGrpSpPr>
        <p:grpSpPr>
          <a:xfrm>
            <a:off x="977741" y="5318634"/>
            <a:ext cx="508158" cy="543805"/>
            <a:chOff x="0" y="0"/>
            <a:chExt cx="812800" cy="869819"/>
          </a:xfrm>
        </p:grpSpPr>
        <p:sp>
          <p:nvSpPr>
            <p:cNvPr id="23" name="Freeform 23">
              <a:extLst>
                <a:ext uri="{FF2B5EF4-FFF2-40B4-BE49-F238E27FC236}">
                  <a16:creationId xmlns:a16="http://schemas.microsoft.com/office/drawing/2014/main" id="{1C3EBC87-5F86-657B-5C0D-7DFFB3C42818}"/>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4" name="TextBox 24">
              <a:extLst>
                <a:ext uri="{FF2B5EF4-FFF2-40B4-BE49-F238E27FC236}">
                  <a16:creationId xmlns:a16="http://schemas.microsoft.com/office/drawing/2014/main" id="{5638183B-03CC-91E5-1C67-EAD126FB6DAD}"/>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a:extLst>
              <a:ext uri="{FF2B5EF4-FFF2-40B4-BE49-F238E27FC236}">
                <a16:creationId xmlns:a16="http://schemas.microsoft.com/office/drawing/2014/main" id="{8C4C8B82-0B52-9912-DBAF-71546B2F401E}"/>
              </a:ext>
            </a:extLst>
          </p:cNvPr>
          <p:cNvGrpSpPr/>
          <p:nvPr/>
        </p:nvGrpSpPr>
        <p:grpSpPr>
          <a:xfrm>
            <a:off x="977741" y="4651003"/>
            <a:ext cx="508158" cy="543805"/>
            <a:chOff x="0" y="0"/>
            <a:chExt cx="812800" cy="869819"/>
          </a:xfrm>
        </p:grpSpPr>
        <p:sp>
          <p:nvSpPr>
            <p:cNvPr id="26" name="Freeform 26">
              <a:extLst>
                <a:ext uri="{FF2B5EF4-FFF2-40B4-BE49-F238E27FC236}">
                  <a16:creationId xmlns:a16="http://schemas.microsoft.com/office/drawing/2014/main" id="{371F41C0-C399-6E94-B393-623F6ED78C3D}"/>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7" name="TextBox 27">
              <a:extLst>
                <a:ext uri="{FF2B5EF4-FFF2-40B4-BE49-F238E27FC236}">
                  <a16:creationId xmlns:a16="http://schemas.microsoft.com/office/drawing/2014/main" id="{05375A05-CD15-FECF-CF37-72BD8B495C3C}"/>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a:extLst>
              <a:ext uri="{FF2B5EF4-FFF2-40B4-BE49-F238E27FC236}">
                <a16:creationId xmlns:a16="http://schemas.microsoft.com/office/drawing/2014/main" id="{FFA9D0CA-D989-1DF0-9CD9-7BB1BF37D00D}"/>
              </a:ext>
            </a:extLst>
          </p:cNvPr>
          <p:cNvGrpSpPr/>
          <p:nvPr/>
        </p:nvGrpSpPr>
        <p:grpSpPr>
          <a:xfrm>
            <a:off x="977741" y="5986264"/>
            <a:ext cx="508158" cy="543805"/>
            <a:chOff x="0" y="0"/>
            <a:chExt cx="812800" cy="869819"/>
          </a:xfrm>
        </p:grpSpPr>
        <p:sp>
          <p:nvSpPr>
            <p:cNvPr id="29" name="Freeform 29">
              <a:extLst>
                <a:ext uri="{FF2B5EF4-FFF2-40B4-BE49-F238E27FC236}">
                  <a16:creationId xmlns:a16="http://schemas.microsoft.com/office/drawing/2014/main" id="{6D72D40E-C3C8-1774-56F7-396EA1F54637}"/>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0" name="TextBox 30">
              <a:extLst>
                <a:ext uri="{FF2B5EF4-FFF2-40B4-BE49-F238E27FC236}">
                  <a16:creationId xmlns:a16="http://schemas.microsoft.com/office/drawing/2014/main" id="{2A94558C-EEEF-6159-C648-7ED1F2545B1B}"/>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a:extLst>
              <a:ext uri="{FF2B5EF4-FFF2-40B4-BE49-F238E27FC236}">
                <a16:creationId xmlns:a16="http://schemas.microsoft.com/office/drawing/2014/main" id="{A8A0868D-7450-B2DC-5A6A-A607E39122E3}"/>
              </a:ext>
            </a:extLst>
          </p:cNvPr>
          <p:cNvGrpSpPr/>
          <p:nvPr/>
        </p:nvGrpSpPr>
        <p:grpSpPr>
          <a:xfrm>
            <a:off x="977741" y="7760846"/>
            <a:ext cx="508158" cy="543805"/>
            <a:chOff x="0" y="0"/>
            <a:chExt cx="812800" cy="869819"/>
          </a:xfrm>
        </p:grpSpPr>
        <p:sp>
          <p:nvSpPr>
            <p:cNvPr id="32" name="Freeform 32">
              <a:extLst>
                <a:ext uri="{FF2B5EF4-FFF2-40B4-BE49-F238E27FC236}">
                  <a16:creationId xmlns:a16="http://schemas.microsoft.com/office/drawing/2014/main" id="{227C0AD0-E7DC-50B1-90B8-A6B2DA72DDA4}"/>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3" name="TextBox 33">
              <a:extLst>
                <a:ext uri="{FF2B5EF4-FFF2-40B4-BE49-F238E27FC236}">
                  <a16:creationId xmlns:a16="http://schemas.microsoft.com/office/drawing/2014/main" id="{9B60539C-7696-ACA6-9070-BC4815781872}"/>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a:extLst>
              <a:ext uri="{FF2B5EF4-FFF2-40B4-BE49-F238E27FC236}">
                <a16:creationId xmlns:a16="http://schemas.microsoft.com/office/drawing/2014/main" id="{90A2A8C1-A254-99B6-B7B0-C5A8A5BB008F}"/>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sp>
        <p:nvSpPr>
          <p:cNvPr id="43" name="TextBox 42">
            <a:extLst>
              <a:ext uri="{FF2B5EF4-FFF2-40B4-BE49-F238E27FC236}">
                <a16:creationId xmlns:a16="http://schemas.microsoft.com/office/drawing/2014/main" id="{35C6402D-9C63-51C1-99A9-4206C0537740}"/>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9695CAC2-4D9E-86A5-153C-E4C402FE44F5}"/>
              </a:ext>
            </a:extLst>
          </p:cNvPr>
          <p:cNvPicPr>
            <a:picLocks noChangeAspect="1"/>
          </p:cNvPicPr>
          <p:nvPr/>
        </p:nvPicPr>
        <p:blipFill>
          <a:blip r:embed="rId3"/>
          <a:stretch>
            <a:fillRect/>
          </a:stretch>
        </p:blipFill>
        <p:spPr>
          <a:xfrm>
            <a:off x="2362200" y="1755639"/>
            <a:ext cx="14275812" cy="7192222"/>
          </a:xfrm>
          <a:prstGeom prst="rect">
            <a:avLst/>
          </a:prstGeom>
        </p:spPr>
      </p:pic>
    </p:spTree>
    <p:extLst>
      <p:ext uri="{BB962C8B-B14F-4D97-AF65-F5344CB8AC3E}">
        <p14:creationId xmlns:p14="http://schemas.microsoft.com/office/powerpoint/2010/main" val="199810114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BFBA1B-7EE7-47B6-41F3-C4B61A979F6F}"/>
            </a:ext>
          </a:extLst>
        </p:cNvPr>
        <p:cNvGrpSpPr/>
        <p:nvPr/>
      </p:nvGrpSpPr>
      <p:grpSpPr>
        <a:xfrm>
          <a:off x="0" y="0"/>
          <a:ext cx="0" cy="0"/>
          <a:chOff x="0" y="0"/>
          <a:chExt cx="0" cy="0"/>
        </a:xfrm>
      </p:grpSpPr>
      <p:grpSp>
        <p:nvGrpSpPr>
          <p:cNvPr id="7" name="Group 7">
            <a:extLst>
              <a:ext uri="{FF2B5EF4-FFF2-40B4-BE49-F238E27FC236}">
                <a16:creationId xmlns:a16="http://schemas.microsoft.com/office/drawing/2014/main" id="{D8CD5C70-566B-9213-9F31-546BB621CCAF}"/>
              </a:ext>
            </a:extLst>
          </p:cNvPr>
          <p:cNvGrpSpPr/>
          <p:nvPr/>
        </p:nvGrpSpPr>
        <p:grpSpPr>
          <a:xfrm>
            <a:off x="735588" y="6653894"/>
            <a:ext cx="992463" cy="992463"/>
            <a:chOff x="0" y="0"/>
            <a:chExt cx="812800" cy="812800"/>
          </a:xfrm>
        </p:grpSpPr>
        <p:sp>
          <p:nvSpPr>
            <p:cNvPr id="8" name="Freeform 8">
              <a:extLst>
                <a:ext uri="{FF2B5EF4-FFF2-40B4-BE49-F238E27FC236}">
                  <a16:creationId xmlns:a16="http://schemas.microsoft.com/office/drawing/2014/main" id="{7EBAE7EB-82E8-3AF5-3C43-EA7688F73256}"/>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9" name="TextBox 9">
              <a:extLst>
                <a:ext uri="{FF2B5EF4-FFF2-40B4-BE49-F238E27FC236}">
                  <a16:creationId xmlns:a16="http://schemas.microsoft.com/office/drawing/2014/main" id="{5294143A-C171-B89D-02DF-136CB32B43C9}"/>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400" b="1" dirty="0">
                  <a:solidFill>
                    <a:srgbClr val="002060"/>
                  </a:solidFill>
                  <a:latin typeface="Gotham"/>
                  <a:ea typeface="Gotham"/>
                  <a:cs typeface="Gotham"/>
                  <a:sym typeface="Gotham"/>
                </a:rPr>
                <a:t>8</a:t>
              </a:r>
            </a:p>
          </p:txBody>
        </p:sp>
      </p:grpSp>
      <p:grpSp>
        <p:nvGrpSpPr>
          <p:cNvPr id="10" name="Group 10">
            <a:extLst>
              <a:ext uri="{FF2B5EF4-FFF2-40B4-BE49-F238E27FC236}">
                <a16:creationId xmlns:a16="http://schemas.microsoft.com/office/drawing/2014/main" id="{811A371D-2A07-AABC-E66C-143D37E0F12C}"/>
              </a:ext>
            </a:extLst>
          </p:cNvPr>
          <p:cNvGrpSpPr/>
          <p:nvPr/>
        </p:nvGrpSpPr>
        <p:grpSpPr>
          <a:xfrm>
            <a:off x="977741" y="3315742"/>
            <a:ext cx="508158" cy="543805"/>
            <a:chOff x="0" y="0"/>
            <a:chExt cx="812800" cy="869819"/>
          </a:xfrm>
        </p:grpSpPr>
        <p:sp>
          <p:nvSpPr>
            <p:cNvPr id="11" name="Freeform 11">
              <a:extLst>
                <a:ext uri="{FF2B5EF4-FFF2-40B4-BE49-F238E27FC236}">
                  <a16:creationId xmlns:a16="http://schemas.microsoft.com/office/drawing/2014/main" id="{2F7BDC7D-6911-7D85-E73A-2061DE32440B}"/>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2" name="TextBox 12">
              <a:extLst>
                <a:ext uri="{FF2B5EF4-FFF2-40B4-BE49-F238E27FC236}">
                  <a16:creationId xmlns:a16="http://schemas.microsoft.com/office/drawing/2014/main" id="{6DEA2241-E6A3-8051-F424-21070A5DF292}"/>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a:extLst>
              <a:ext uri="{FF2B5EF4-FFF2-40B4-BE49-F238E27FC236}">
                <a16:creationId xmlns:a16="http://schemas.microsoft.com/office/drawing/2014/main" id="{4DD3D6A9-1C97-9943-C984-B50356BAE3FF}"/>
              </a:ext>
            </a:extLst>
          </p:cNvPr>
          <p:cNvGrpSpPr/>
          <p:nvPr/>
        </p:nvGrpSpPr>
        <p:grpSpPr>
          <a:xfrm>
            <a:off x="977741" y="1982349"/>
            <a:ext cx="508158" cy="543805"/>
            <a:chOff x="0" y="0"/>
            <a:chExt cx="812800" cy="869819"/>
          </a:xfrm>
        </p:grpSpPr>
        <p:sp>
          <p:nvSpPr>
            <p:cNvPr id="14" name="Freeform 14">
              <a:extLst>
                <a:ext uri="{FF2B5EF4-FFF2-40B4-BE49-F238E27FC236}">
                  <a16:creationId xmlns:a16="http://schemas.microsoft.com/office/drawing/2014/main" id="{6BB1489C-F4F8-D62E-3AD9-3CAA028A4264}"/>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5" name="TextBox 15">
              <a:extLst>
                <a:ext uri="{FF2B5EF4-FFF2-40B4-BE49-F238E27FC236}">
                  <a16:creationId xmlns:a16="http://schemas.microsoft.com/office/drawing/2014/main" id="{A4A64A6E-EA7C-DFF0-C280-5041CD8B135D}"/>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a:extLst>
              <a:ext uri="{FF2B5EF4-FFF2-40B4-BE49-F238E27FC236}">
                <a16:creationId xmlns:a16="http://schemas.microsoft.com/office/drawing/2014/main" id="{BE5FF856-5043-C428-B45A-4C00BF9D3418}"/>
              </a:ext>
            </a:extLst>
          </p:cNvPr>
          <p:cNvGrpSpPr/>
          <p:nvPr/>
        </p:nvGrpSpPr>
        <p:grpSpPr>
          <a:xfrm>
            <a:off x="977741" y="3983373"/>
            <a:ext cx="508158" cy="543805"/>
            <a:chOff x="0" y="0"/>
            <a:chExt cx="812800" cy="869819"/>
          </a:xfrm>
        </p:grpSpPr>
        <p:sp>
          <p:nvSpPr>
            <p:cNvPr id="17" name="Freeform 17">
              <a:extLst>
                <a:ext uri="{FF2B5EF4-FFF2-40B4-BE49-F238E27FC236}">
                  <a16:creationId xmlns:a16="http://schemas.microsoft.com/office/drawing/2014/main" id="{CFC7AF72-B76A-8AD8-7E70-BDE8837D6623}"/>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8" name="TextBox 18">
              <a:extLst>
                <a:ext uri="{FF2B5EF4-FFF2-40B4-BE49-F238E27FC236}">
                  <a16:creationId xmlns:a16="http://schemas.microsoft.com/office/drawing/2014/main" id="{F6C277EF-EDEF-0F79-B4B2-AB1B3E58301A}"/>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a:extLst>
              <a:ext uri="{FF2B5EF4-FFF2-40B4-BE49-F238E27FC236}">
                <a16:creationId xmlns:a16="http://schemas.microsoft.com/office/drawing/2014/main" id="{A32CD2C6-1D06-729E-1157-B2EAAEA172A4}"/>
              </a:ext>
            </a:extLst>
          </p:cNvPr>
          <p:cNvGrpSpPr/>
          <p:nvPr/>
        </p:nvGrpSpPr>
        <p:grpSpPr>
          <a:xfrm>
            <a:off x="977741" y="2648112"/>
            <a:ext cx="508158" cy="543805"/>
            <a:chOff x="0" y="0"/>
            <a:chExt cx="812800" cy="869819"/>
          </a:xfrm>
        </p:grpSpPr>
        <p:sp>
          <p:nvSpPr>
            <p:cNvPr id="20" name="Freeform 20">
              <a:extLst>
                <a:ext uri="{FF2B5EF4-FFF2-40B4-BE49-F238E27FC236}">
                  <a16:creationId xmlns:a16="http://schemas.microsoft.com/office/drawing/2014/main" id="{A222D7EA-F7CE-B4F5-4D06-02860C5AC39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1" name="TextBox 21">
              <a:extLst>
                <a:ext uri="{FF2B5EF4-FFF2-40B4-BE49-F238E27FC236}">
                  <a16:creationId xmlns:a16="http://schemas.microsoft.com/office/drawing/2014/main" id="{17F695A3-7B3D-00FE-26D6-E53B473BCF16}"/>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a:extLst>
              <a:ext uri="{FF2B5EF4-FFF2-40B4-BE49-F238E27FC236}">
                <a16:creationId xmlns:a16="http://schemas.microsoft.com/office/drawing/2014/main" id="{5A8D3527-DD17-232E-3ECB-BDBFC0FF3DE7}"/>
              </a:ext>
            </a:extLst>
          </p:cNvPr>
          <p:cNvGrpSpPr/>
          <p:nvPr/>
        </p:nvGrpSpPr>
        <p:grpSpPr>
          <a:xfrm>
            <a:off x="977741" y="5318634"/>
            <a:ext cx="508158" cy="543805"/>
            <a:chOff x="0" y="0"/>
            <a:chExt cx="812800" cy="869819"/>
          </a:xfrm>
        </p:grpSpPr>
        <p:sp>
          <p:nvSpPr>
            <p:cNvPr id="23" name="Freeform 23">
              <a:extLst>
                <a:ext uri="{FF2B5EF4-FFF2-40B4-BE49-F238E27FC236}">
                  <a16:creationId xmlns:a16="http://schemas.microsoft.com/office/drawing/2014/main" id="{1C3EBC87-5F86-657B-5C0D-7DFFB3C42818}"/>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4" name="TextBox 24">
              <a:extLst>
                <a:ext uri="{FF2B5EF4-FFF2-40B4-BE49-F238E27FC236}">
                  <a16:creationId xmlns:a16="http://schemas.microsoft.com/office/drawing/2014/main" id="{5638183B-03CC-91E5-1C67-EAD126FB6DAD}"/>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a:extLst>
              <a:ext uri="{FF2B5EF4-FFF2-40B4-BE49-F238E27FC236}">
                <a16:creationId xmlns:a16="http://schemas.microsoft.com/office/drawing/2014/main" id="{8C4C8B82-0B52-9912-DBAF-71546B2F401E}"/>
              </a:ext>
            </a:extLst>
          </p:cNvPr>
          <p:cNvGrpSpPr/>
          <p:nvPr/>
        </p:nvGrpSpPr>
        <p:grpSpPr>
          <a:xfrm>
            <a:off x="977741" y="4651003"/>
            <a:ext cx="508158" cy="543805"/>
            <a:chOff x="0" y="0"/>
            <a:chExt cx="812800" cy="869819"/>
          </a:xfrm>
        </p:grpSpPr>
        <p:sp>
          <p:nvSpPr>
            <p:cNvPr id="26" name="Freeform 26">
              <a:extLst>
                <a:ext uri="{FF2B5EF4-FFF2-40B4-BE49-F238E27FC236}">
                  <a16:creationId xmlns:a16="http://schemas.microsoft.com/office/drawing/2014/main" id="{371F41C0-C399-6E94-B393-623F6ED78C3D}"/>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7" name="TextBox 27">
              <a:extLst>
                <a:ext uri="{FF2B5EF4-FFF2-40B4-BE49-F238E27FC236}">
                  <a16:creationId xmlns:a16="http://schemas.microsoft.com/office/drawing/2014/main" id="{05375A05-CD15-FECF-CF37-72BD8B495C3C}"/>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a:extLst>
              <a:ext uri="{FF2B5EF4-FFF2-40B4-BE49-F238E27FC236}">
                <a16:creationId xmlns:a16="http://schemas.microsoft.com/office/drawing/2014/main" id="{FFA9D0CA-D989-1DF0-9CD9-7BB1BF37D00D}"/>
              </a:ext>
            </a:extLst>
          </p:cNvPr>
          <p:cNvGrpSpPr/>
          <p:nvPr/>
        </p:nvGrpSpPr>
        <p:grpSpPr>
          <a:xfrm>
            <a:off x="977741" y="5986264"/>
            <a:ext cx="508158" cy="543805"/>
            <a:chOff x="0" y="0"/>
            <a:chExt cx="812800" cy="869819"/>
          </a:xfrm>
        </p:grpSpPr>
        <p:sp>
          <p:nvSpPr>
            <p:cNvPr id="29" name="Freeform 29">
              <a:extLst>
                <a:ext uri="{FF2B5EF4-FFF2-40B4-BE49-F238E27FC236}">
                  <a16:creationId xmlns:a16="http://schemas.microsoft.com/office/drawing/2014/main" id="{6D72D40E-C3C8-1774-56F7-396EA1F54637}"/>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0" name="TextBox 30">
              <a:extLst>
                <a:ext uri="{FF2B5EF4-FFF2-40B4-BE49-F238E27FC236}">
                  <a16:creationId xmlns:a16="http://schemas.microsoft.com/office/drawing/2014/main" id="{2A94558C-EEEF-6159-C648-7ED1F2545B1B}"/>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a:extLst>
              <a:ext uri="{FF2B5EF4-FFF2-40B4-BE49-F238E27FC236}">
                <a16:creationId xmlns:a16="http://schemas.microsoft.com/office/drawing/2014/main" id="{A8A0868D-7450-B2DC-5A6A-A607E39122E3}"/>
              </a:ext>
            </a:extLst>
          </p:cNvPr>
          <p:cNvGrpSpPr/>
          <p:nvPr/>
        </p:nvGrpSpPr>
        <p:grpSpPr>
          <a:xfrm>
            <a:off x="977741" y="7760846"/>
            <a:ext cx="508158" cy="543805"/>
            <a:chOff x="0" y="0"/>
            <a:chExt cx="812800" cy="869819"/>
          </a:xfrm>
        </p:grpSpPr>
        <p:sp>
          <p:nvSpPr>
            <p:cNvPr id="32" name="Freeform 32">
              <a:extLst>
                <a:ext uri="{FF2B5EF4-FFF2-40B4-BE49-F238E27FC236}">
                  <a16:creationId xmlns:a16="http://schemas.microsoft.com/office/drawing/2014/main" id="{227C0AD0-E7DC-50B1-90B8-A6B2DA72DDA4}"/>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3" name="TextBox 33">
              <a:extLst>
                <a:ext uri="{FF2B5EF4-FFF2-40B4-BE49-F238E27FC236}">
                  <a16:creationId xmlns:a16="http://schemas.microsoft.com/office/drawing/2014/main" id="{9B60539C-7696-ACA6-9070-BC4815781872}"/>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a:extLst>
              <a:ext uri="{FF2B5EF4-FFF2-40B4-BE49-F238E27FC236}">
                <a16:creationId xmlns:a16="http://schemas.microsoft.com/office/drawing/2014/main" id="{90A2A8C1-A254-99B6-B7B0-C5A8A5BB008F}"/>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grpSp>
        <p:nvGrpSpPr>
          <p:cNvPr id="35" name="Group 35">
            <a:extLst>
              <a:ext uri="{FF2B5EF4-FFF2-40B4-BE49-F238E27FC236}">
                <a16:creationId xmlns:a16="http://schemas.microsoft.com/office/drawing/2014/main" id="{B814A5FC-F17C-8D1A-04C8-1ED6A2AE0E65}"/>
              </a:ext>
            </a:extLst>
          </p:cNvPr>
          <p:cNvGrpSpPr/>
          <p:nvPr/>
        </p:nvGrpSpPr>
        <p:grpSpPr>
          <a:xfrm>
            <a:off x="17170670" y="-178579"/>
            <a:ext cx="10994424" cy="10994424"/>
            <a:chOff x="0" y="0"/>
            <a:chExt cx="812800" cy="812800"/>
          </a:xfrm>
        </p:grpSpPr>
        <p:sp>
          <p:nvSpPr>
            <p:cNvPr id="36" name="Freeform 36">
              <a:extLst>
                <a:ext uri="{FF2B5EF4-FFF2-40B4-BE49-F238E27FC236}">
                  <a16:creationId xmlns:a16="http://schemas.microsoft.com/office/drawing/2014/main" id="{2EC11913-1FC3-79C0-FB94-72486D9673F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txBody>
            <a:bodyPr/>
            <a:lstStyle/>
            <a:p>
              <a:endParaRPr lang="en-IN"/>
            </a:p>
          </p:txBody>
        </p:sp>
        <p:sp>
          <p:nvSpPr>
            <p:cNvPr id="37" name="TextBox 37">
              <a:extLst>
                <a:ext uri="{FF2B5EF4-FFF2-40B4-BE49-F238E27FC236}">
                  <a16:creationId xmlns:a16="http://schemas.microsoft.com/office/drawing/2014/main" id="{6CB89B22-25E1-321C-5A74-15CF8EBC7CA1}"/>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35C6402D-9C63-51C1-99A9-4206C0537740}"/>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a:extLst>
              <a:ext uri="{FF2B5EF4-FFF2-40B4-BE49-F238E27FC236}">
                <a16:creationId xmlns:a16="http://schemas.microsoft.com/office/drawing/2014/main" id="{9EC6A4DA-6D4B-3E6A-CF92-E543DD7AFBF5}"/>
              </a:ext>
            </a:extLst>
          </p:cNvPr>
          <p:cNvSpPr txBox="1"/>
          <p:nvPr/>
        </p:nvSpPr>
        <p:spPr>
          <a:xfrm>
            <a:off x="2209800" y="1638300"/>
            <a:ext cx="15082325" cy="6124754"/>
          </a:xfrm>
          <a:prstGeom prst="rect">
            <a:avLst/>
          </a:prstGeom>
          <a:noFill/>
        </p:spPr>
        <p:txBody>
          <a:bodyPr wrap="square" rtlCol="0">
            <a:spAutoFit/>
          </a:bodyPr>
          <a:lstStyle/>
          <a:p>
            <a:endParaRPr lang="en-US" sz="2800" dirty="0">
              <a:solidFill>
                <a:srgbClr val="0033CC"/>
              </a:solidFill>
            </a:endParaRPr>
          </a:p>
          <a:p>
            <a:endParaRPr lang="en-US" sz="2800" dirty="0">
              <a:solidFill>
                <a:srgbClr val="0033CC"/>
              </a:solidFill>
            </a:endParaRPr>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pic>
        <p:nvPicPr>
          <p:cNvPr id="4" name="Picture 3">
            <a:extLst>
              <a:ext uri="{FF2B5EF4-FFF2-40B4-BE49-F238E27FC236}">
                <a16:creationId xmlns:a16="http://schemas.microsoft.com/office/drawing/2014/main" id="{46FEA6BE-60DD-40DF-1EE7-B51ACF257CD8}"/>
              </a:ext>
            </a:extLst>
          </p:cNvPr>
          <p:cNvPicPr>
            <a:picLocks noChangeAspect="1"/>
          </p:cNvPicPr>
          <p:nvPr/>
        </p:nvPicPr>
        <p:blipFill>
          <a:blip r:embed="rId3"/>
          <a:stretch>
            <a:fillRect/>
          </a:stretch>
        </p:blipFill>
        <p:spPr>
          <a:xfrm>
            <a:off x="1985793" y="1965767"/>
            <a:ext cx="14413336" cy="7249537"/>
          </a:xfrm>
          <a:prstGeom prst="rect">
            <a:avLst/>
          </a:prstGeom>
        </p:spPr>
      </p:pic>
    </p:spTree>
    <p:extLst>
      <p:ext uri="{BB962C8B-B14F-4D97-AF65-F5344CB8AC3E}">
        <p14:creationId xmlns:p14="http://schemas.microsoft.com/office/powerpoint/2010/main" val="281151391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F4F051-5473-4E78-FEB2-59A87A5FBB9B}"/>
            </a:ext>
          </a:extLst>
        </p:cNvPr>
        <p:cNvGrpSpPr/>
        <p:nvPr/>
      </p:nvGrpSpPr>
      <p:grpSpPr>
        <a:xfrm>
          <a:off x="0" y="0"/>
          <a:ext cx="0" cy="0"/>
          <a:chOff x="0" y="0"/>
          <a:chExt cx="0" cy="0"/>
        </a:xfrm>
      </p:grpSpPr>
      <p:grpSp>
        <p:nvGrpSpPr>
          <p:cNvPr id="7" name="Group 7">
            <a:extLst>
              <a:ext uri="{FF2B5EF4-FFF2-40B4-BE49-F238E27FC236}">
                <a16:creationId xmlns:a16="http://schemas.microsoft.com/office/drawing/2014/main" id="{66BE183E-F015-FFD4-5C84-C25B4DCE490A}"/>
              </a:ext>
            </a:extLst>
          </p:cNvPr>
          <p:cNvGrpSpPr/>
          <p:nvPr/>
        </p:nvGrpSpPr>
        <p:grpSpPr>
          <a:xfrm>
            <a:off x="735588" y="6653894"/>
            <a:ext cx="992463" cy="992463"/>
            <a:chOff x="0" y="0"/>
            <a:chExt cx="812800" cy="812800"/>
          </a:xfrm>
        </p:grpSpPr>
        <p:sp>
          <p:nvSpPr>
            <p:cNvPr id="8" name="Freeform 8">
              <a:extLst>
                <a:ext uri="{FF2B5EF4-FFF2-40B4-BE49-F238E27FC236}">
                  <a16:creationId xmlns:a16="http://schemas.microsoft.com/office/drawing/2014/main" id="{3AEC1772-D597-ACC7-7EF1-FF0460F37AA7}"/>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9" name="TextBox 9">
              <a:extLst>
                <a:ext uri="{FF2B5EF4-FFF2-40B4-BE49-F238E27FC236}">
                  <a16:creationId xmlns:a16="http://schemas.microsoft.com/office/drawing/2014/main" id="{46839344-8B05-5C56-F0B1-64E24F458991}"/>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400" b="1" dirty="0">
                  <a:solidFill>
                    <a:srgbClr val="002060"/>
                  </a:solidFill>
                  <a:latin typeface="Gotham"/>
                  <a:ea typeface="Gotham"/>
                  <a:cs typeface="Gotham"/>
                  <a:sym typeface="Gotham"/>
                </a:rPr>
                <a:t>8(B)</a:t>
              </a:r>
            </a:p>
          </p:txBody>
        </p:sp>
      </p:grpSp>
      <p:grpSp>
        <p:nvGrpSpPr>
          <p:cNvPr id="10" name="Group 10">
            <a:extLst>
              <a:ext uri="{FF2B5EF4-FFF2-40B4-BE49-F238E27FC236}">
                <a16:creationId xmlns:a16="http://schemas.microsoft.com/office/drawing/2014/main" id="{23B54700-9ABF-8EDD-8B21-24A9248C534D}"/>
              </a:ext>
            </a:extLst>
          </p:cNvPr>
          <p:cNvGrpSpPr/>
          <p:nvPr/>
        </p:nvGrpSpPr>
        <p:grpSpPr>
          <a:xfrm>
            <a:off x="977741" y="3315742"/>
            <a:ext cx="508158" cy="543805"/>
            <a:chOff x="0" y="0"/>
            <a:chExt cx="812800" cy="869819"/>
          </a:xfrm>
        </p:grpSpPr>
        <p:sp>
          <p:nvSpPr>
            <p:cNvPr id="11" name="Freeform 11">
              <a:extLst>
                <a:ext uri="{FF2B5EF4-FFF2-40B4-BE49-F238E27FC236}">
                  <a16:creationId xmlns:a16="http://schemas.microsoft.com/office/drawing/2014/main" id="{B99246F8-F6B5-2F2E-2FB4-FAE1DD41DCC4}"/>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2" name="TextBox 12">
              <a:extLst>
                <a:ext uri="{FF2B5EF4-FFF2-40B4-BE49-F238E27FC236}">
                  <a16:creationId xmlns:a16="http://schemas.microsoft.com/office/drawing/2014/main" id="{B7CDDD7B-8A9B-223F-951A-473D0C9404F3}"/>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a:extLst>
              <a:ext uri="{FF2B5EF4-FFF2-40B4-BE49-F238E27FC236}">
                <a16:creationId xmlns:a16="http://schemas.microsoft.com/office/drawing/2014/main" id="{B3E1A8FC-D0F1-BD05-9C14-C10EAE95E57E}"/>
              </a:ext>
            </a:extLst>
          </p:cNvPr>
          <p:cNvGrpSpPr/>
          <p:nvPr/>
        </p:nvGrpSpPr>
        <p:grpSpPr>
          <a:xfrm>
            <a:off x="977741" y="1982349"/>
            <a:ext cx="508158" cy="543805"/>
            <a:chOff x="0" y="0"/>
            <a:chExt cx="812800" cy="869819"/>
          </a:xfrm>
        </p:grpSpPr>
        <p:sp>
          <p:nvSpPr>
            <p:cNvPr id="14" name="Freeform 14">
              <a:extLst>
                <a:ext uri="{FF2B5EF4-FFF2-40B4-BE49-F238E27FC236}">
                  <a16:creationId xmlns:a16="http://schemas.microsoft.com/office/drawing/2014/main" id="{CEB5FB4E-3BF3-BC6A-6692-FE375141E45D}"/>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5" name="TextBox 15">
              <a:extLst>
                <a:ext uri="{FF2B5EF4-FFF2-40B4-BE49-F238E27FC236}">
                  <a16:creationId xmlns:a16="http://schemas.microsoft.com/office/drawing/2014/main" id="{38F8F103-F0A5-8F95-A139-8DBEBEF19C28}"/>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a:extLst>
              <a:ext uri="{FF2B5EF4-FFF2-40B4-BE49-F238E27FC236}">
                <a16:creationId xmlns:a16="http://schemas.microsoft.com/office/drawing/2014/main" id="{8C558648-2D59-16EB-3098-EAF5DE978B1F}"/>
              </a:ext>
            </a:extLst>
          </p:cNvPr>
          <p:cNvGrpSpPr/>
          <p:nvPr/>
        </p:nvGrpSpPr>
        <p:grpSpPr>
          <a:xfrm>
            <a:off x="977741" y="3983373"/>
            <a:ext cx="508158" cy="543805"/>
            <a:chOff x="0" y="0"/>
            <a:chExt cx="812800" cy="869819"/>
          </a:xfrm>
        </p:grpSpPr>
        <p:sp>
          <p:nvSpPr>
            <p:cNvPr id="17" name="Freeform 17">
              <a:extLst>
                <a:ext uri="{FF2B5EF4-FFF2-40B4-BE49-F238E27FC236}">
                  <a16:creationId xmlns:a16="http://schemas.microsoft.com/office/drawing/2014/main" id="{B168779D-5467-4E78-AD1E-36B5A75A3474}"/>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8" name="TextBox 18">
              <a:extLst>
                <a:ext uri="{FF2B5EF4-FFF2-40B4-BE49-F238E27FC236}">
                  <a16:creationId xmlns:a16="http://schemas.microsoft.com/office/drawing/2014/main" id="{8AFC0BB4-20A4-849D-A1E4-FA90A8DDCC7D}"/>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a:extLst>
              <a:ext uri="{FF2B5EF4-FFF2-40B4-BE49-F238E27FC236}">
                <a16:creationId xmlns:a16="http://schemas.microsoft.com/office/drawing/2014/main" id="{700D33AC-D53D-0E96-8752-E5DA06AE57A5}"/>
              </a:ext>
            </a:extLst>
          </p:cNvPr>
          <p:cNvGrpSpPr/>
          <p:nvPr/>
        </p:nvGrpSpPr>
        <p:grpSpPr>
          <a:xfrm>
            <a:off x="977741" y="2648112"/>
            <a:ext cx="508158" cy="543805"/>
            <a:chOff x="0" y="0"/>
            <a:chExt cx="812800" cy="869819"/>
          </a:xfrm>
        </p:grpSpPr>
        <p:sp>
          <p:nvSpPr>
            <p:cNvPr id="20" name="Freeform 20">
              <a:extLst>
                <a:ext uri="{FF2B5EF4-FFF2-40B4-BE49-F238E27FC236}">
                  <a16:creationId xmlns:a16="http://schemas.microsoft.com/office/drawing/2014/main" id="{14DABAFB-38B3-CE49-B21D-A496D7EC2A6E}"/>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1" name="TextBox 21">
              <a:extLst>
                <a:ext uri="{FF2B5EF4-FFF2-40B4-BE49-F238E27FC236}">
                  <a16:creationId xmlns:a16="http://schemas.microsoft.com/office/drawing/2014/main" id="{BE27A610-3BC0-BFBC-2A61-4C157B024EF0}"/>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a:extLst>
              <a:ext uri="{FF2B5EF4-FFF2-40B4-BE49-F238E27FC236}">
                <a16:creationId xmlns:a16="http://schemas.microsoft.com/office/drawing/2014/main" id="{6C0E28B4-531C-D2E1-F3C9-B5A98A28B69D}"/>
              </a:ext>
            </a:extLst>
          </p:cNvPr>
          <p:cNvGrpSpPr/>
          <p:nvPr/>
        </p:nvGrpSpPr>
        <p:grpSpPr>
          <a:xfrm>
            <a:off x="977741" y="5318634"/>
            <a:ext cx="508158" cy="543805"/>
            <a:chOff x="0" y="0"/>
            <a:chExt cx="812800" cy="869819"/>
          </a:xfrm>
        </p:grpSpPr>
        <p:sp>
          <p:nvSpPr>
            <p:cNvPr id="23" name="Freeform 23">
              <a:extLst>
                <a:ext uri="{FF2B5EF4-FFF2-40B4-BE49-F238E27FC236}">
                  <a16:creationId xmlns:a16="http://schemas.microsoft.com/office/drawing/2014/main" id="{6C193347-3923-7F1F-A580-A7462B158EC5}"/>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4" name="TextBox 24">
              <a:extLst>
                <a:ext uri="{FF2B5EF4-FFF2-40B4-BE49-F238E27FC236}">
                  <a16:creationId xmlns:a16="http://schemas.microsoft.com/office/drawing/2014/main" id="{C5DDC20D-7BD0-E255-26F1-86A88AF67CF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a:extLst>
              <a:ext uri="{FF2B5EF4-FFF2-40B4-BE49-F238E27FC236}">
                <a16:creationId xmlns:a16="http://schemas.microsoft.com/office/drawing/2014/main" id="{9DBB21A1-CAFF-686E-D181-980219283F79}"/>
              </a:ext>
            </a:extLst>
          </p:cNvPr>
          <p:cNvGrpSpPr/>
          <p:nvPr/>
        </p:nvGrpSpPr>
        <p:grpSpPr>
          <a:xfrm>
            <a:off x="977741" y="4651003"/>
            <a:ext cx="508158" cy="543805"/>
            <a:chOff x="0" y="0"/>
            <a:chExt cx="812800" cy="869819"/>
          </a:xfrm>
        </p:grpSpPr>
        <p:sp>
          <p:nvSpPr>
            <p:cNvPr id="26" name="Freeform 26">
              <a:extLst>
                <a:ext uri="{FF2B5EF4-FFF2-40B4-BE49-F238E27FC236}">
                  <a16:creationId xmlns:a16="http://schemas.microsoft.com/office/drawing/2014/main" id="{5531A9C5-B561-53EA-BF9A-3BE6A607C1BF}"/>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7" name="TextBox 27">
              <a:extLst>
                <a:ext uri="{FF2B5EF4-FFF2-40B4-BE49-F238E27FC236}">
                  <a16:creationId xmlns:a16="http://schemas.microsoft.com/office/drawing/2014/main" id="{D8870C21-3327-4D63-FD34-36BC47996758}"/>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a:extLst>
              <a:ext uri="{FF2B5EF4-FFF2-40B4-BE49-F238E27FC236}">
                <a16:creationId xmlns:a16="http://schemas.microsoft.com/office/drawing/2014/main" id="{4D7C3EBE-FA20-7E4C-13DD-84F1A98618F6}"/>
              </a:ext>
            </a:extLst>
          </p:cNvPr>
          <p:cNvGrpSpPr/>
          <p:nvPr/>
        </p:nvGrpSpPr>
        <p:grpSpPr>
          <a:xfrm>
            <a:off x="977741" y="5986264"/>
            <a:ext cx="508158" cy="543805"/>
            <a:chOff x="0" y="0"/>
            <a:chExt cx="812800" cy="869819"/>
          </a:xfrm>
        </p:grpSpPr>
        <p:sp>
          <p:nvSpPr>
            <p:cNvPr id="29" name="Freeform 29">
              <a:extLst>
                <a:ext uri="{FF2B5EF4-FFF2-40B4-BE49-F238E27FC236}">
                  <a16:creationId xmlns:a16="http://schemas.microsoft.com/office/drawing/2014/main" id="{C1E3AE62-1B2B-FE1E-010C-A26C4F613A6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0" name="TextBox 30">
              <a:extLst>
                <a:ext uri="{FF2B5EF4-FFF2-40B4-BE49-F238E27FC236}">
                  <a16:creationId xmlns:a16="http://schemas.microsoft.com/office/drawing/2014/main" id="{CDA04BD5-C99C-980C-6593-EDEA378D6C32}"/>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a:extLst>
              <a:ext uri="{FF2B5EF4-FFF2-40B4-BE49-F238E27FC236}">
                <a16:creationId xmlns:a16="http://schemas.microsoft.com/office/drawing/2014/main" id="{E77207A6-9552-432B-0793-EB6A88EE3C10}"/>
              </a:ext>
            </a:extLst>
          </p:cNvPr>
          <p:cNvGrpSpPr/>
          <p:nvPr/>
        </p:nvGrpSpPr>
        <p:grpSpPr>
          <a:xfrm>
            <a:off x="977741" y="7760846"/>
            <a:ext cx="508158" cy="543805"/>
            <a:chOff x="0" y="0"/>
            <a:chExt cx="812800" cy="869819"/>
          </a:xfrm>
        </p:grpSpPr>
        <p:sp>
          <p:nvSpPr>
            <p:cNvPr id="32" name="Freeform 32">
              <a:extLst>
                <a:ext uri="{FF2B5EF4-FFF2-40B4-BE49-F238E27FC236}">
                  <a16:creationId xmlns:a16="http://schemas.microsoft.com/office/drawing/2014/main" id="{27447A1E-BA0C-26C0-C743-E590A55A653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3" name="TextBox 33">
              <a:extLst>
                <a:ext uri="{FF2B5EF4-FFF2-40B4-BE49-F238E27FC236}">
                  <a16:creationId xmlns:a16="http://schemas.microsoft.com/office/drawing/2014/main" id="{8D425BCC-6A0F-30CB-18E7-D1E21E871D9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a:extLst>
              <a:ext uri="{FF2B5EF4-FFF2-40B4-BE49-F238E27FC236}">
                <a16:creationId xmlns:a16="http://schemas.microsoft.com/office/drawing/2014/main" id="{35F87FC1-4854-F9D4-8104-40945AD6A772}"/>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grpSp>
        <p:nvGrpSpPr>
          <p:cNvPr id="35" name="Group 35">
            <a:extLst>
              <a:ext uri="{FF2B5EF4-FFF2-40B4-BE49-F238E27FC236}">
                <a16:creationId xmlns:a16="http://schemas.microsoft.com/office/drawing/2014/main" id="{C7CF20EF-980A-2D88-E968-DCB5B8BC6CF8}"/>
              </a:ext>
            </a:extLst>
          </p:cNvPr>
          <p:cNvGrpSpPr/>
          <p:nvPr/>
        </p:nvGrpSpPr>
        <p:grpSpPr>
          <a:xfrm>
            <a:off x="17170670" y="-178579"/>
            <a:ext cx="10994424" cy="10994424"/>
            <a:chOff x="0" y="0"/>
            <a:chExt cx="812800" cy="812800"/>
          </a:xfrm>
        </p:grpSpPr>
        <p:sp>
          <p:nvSpPr>
            <p:cNvPr id="36" name="Freeform 36">
              <a:extLst>
                <a:ext uri="{FF2B5EF4-FFF2-40B4-BE49-F238E27FC236}">
                  <a16:creationId xmlns:a16="http://schemas.microsoft.com/office/drawing/2014/main" id="{A7A686B7-4E4C-A5FA-60CD-A6EFF9DEAD82}"/>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txBody>
            <a:bodyPr/>
            <a:lstStyle/>
            <a:p>
              <a:endParaRPr lang="en-IN"/>
            </a:p>
          </p:txBody>
        </p:sp>
        <p:sp>
          <p:nvSpPr>
            <p:cNvPr id="37" name="TextBox 37">
              <a:extLst>
                <a:ext uri="{FF2B5EF4-FFF2-40B4-BE49-F238E27FC236}">
                  <a16:creationId xmlns:a16="http://schemas.microsoft.com/office/drawing/2014/main" id="{3ECD8D52-6368-578C-BEB2-0B1BA37FD45D}"/>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638323CF-7DCB-075F-B739-0F88472F060D}"/>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a:extLst>
              <a:ext uri="{FF2B5EF4-FFF2-40B4-BE49-F238E27FC236}">
                <a16:creationId xmlns:a16="http://schemas.microsoft.com/office/drawing/2014/main" id="{6C0EA81E-D408-1A06-6895-1BF3CA09E497}"/>
              </a:ext>
            </a:extLst>
          </p:cNvPr>
          <p:cNvSpPr txBox="1"/>
          <p:nvPr/>
        </p:nvSpPr>
        <p:spPr>
          <a:xfrm>
            <a:off x="2209800" y="1638300"/>
            <a:ext cx="15082325" cy="4832092"/>
          </a:xfrm>
          <a:prstGeom prst="rect">
            <a:avLst/>
          </a:prstGeom>
          <a:noFill/>
        </p:spPr>
        <p:txBody>
          <a:bodyPr wrap="square" rtlCol="0">
            <a:spAutoFit/>
          </a:bodyPr>
          <a:lstStyle/>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pic>
        <p:nvPicPr>
          <p:cNvPr id="4" name="Picture 3">
            <a:extLst>
              <a:ext uri="{FF2B5EF4-FFF2-40B4-BE49-F238E27FC236}">
                <a16:creationId xmlns:a16="http://schemas.microsoft.com/office/drawing/2014/main" id="{309342F4-448B-8D3B-DC94-5C56A1341A80}"/>
              </a:ext>
            </a:extLst>
          </p:cNvPr>
          <p:cNvPicPr>
            <a:picLocks noChangeAspect="1"/>
          </p:cNvPicPr>
          <p:nvPr/>
        </p:nvPicPr>
        <p:blipFill>
          <a:blip r:embed="rId3"/>
          <a:stretch>
            <a:fillRect/>
          </a:stretch>
        </p:blipFill>
        <p:spPr>
          <a:xfrm>
            <a:off x="1874703" y="2015464"/>
            <a:ext cx="7116897" cy="6633235"/>
          </a:xfrm>
          <a:prstGeom prst="rect">
            <a:avLst/>
          </a:prstGeom>
        </p:spPr>
      </p:pic>
      <p:pic>
        <p:nvPicPr>
          <p:cNvPr id="6" name="Picture 5">
            <a:extLst>
              <a:ext uri="{FF2B5EF4-FFF2-40B4-BE49-F238E27FC236}">
                <a16:creationId xmlns:a16="http://schemas.microsoft.com/office/drawing/2014/main" id="{BAE77A09-F1CE-E897-3483-2C6FD49D2EA5}"/>
              </a:ext>
            </a:extLst>
          </p:cNvPr>
          <p:cNvPicPr>
            <a:picLocks noChangeAspect="1"/>
          </p:cNvPicPr>
          <p:nvPr/>
        </p:nvPicPr>
        <p:blipFill>
          <a:blip r:embed="rId4"/>
          <a:stretch>
            <a:fillRect/>
          </a:stretch>
        </p:blipFill>
        <p:spPr>
          <a:xfrm>
            <a:off x="9131420" y="2015463"/>
            <a:ext cx="7783011" cy="6633236"/>
          </a:xfrm>
          <a:prstGeom prst="rect">
            <a:avLst/>
          </a:prstGeom>
        </p:spPr>
      </p:pic>
    </p:spTree>
    <p:extLst>
      <p:ext uri="{BB962C8B-B14F-4D97-AF65-F5344CB8AC3E}">
        <p14:creationId xmlns:p14="http://schemas.microsoft.com/office/powerpoint/2010/main" val="4754482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52AA6E-1A8C-A42D-344E-C811AB58A618}"/>
            </a:ext>
          </a:extLst>
        </p:cNvPr>
        <p:cNvGrpSpPr/>
        <p:nvPr/>
      </p:nvGrpSpPr>
      <p:grpSpPr>
        <a:xfrm>
          <a:off x="0" y="0"/>
          <a:ext cx="0" cy="0"/>
          <a:chOff x="0" y="0"/>
          <a:chExt cx="0" cy="0"/>
        </a:xfrm>
      </p:grpSpPr>
      <p:grpSp>
        <p:nvGrpSpPr>
          <p:cNvPr id="7" name="Group 7">
            <a:extLst>
              <a:ext uri="{FF2B5EF4-FFF2-40B4-BE49-F238E27FC236}">
                <a16:creationId xmlns:a16="http://schemas.microsoft.com/office/drawing/2014/main" id="{EB7F1E1F-336A-607D-2868-6C57FF54EB44}"/>
              </a:ext>
            </a:extLst>
          </p:cNvPr>
          <p:cNvGrpSpPr/>
          <p:nvPr/>
        </p:nvGrpSpPr>
        <p:grpSpPr>
          <a:xfrm>
            <a:off x="735588" y="6653894"/>
            <a:ext cx="992463" cy="992463"/>
            <a:chOff x="0" y="0"/>
            <a:chExt cx="812800" cy="812800"/>
          </a:xfrm>
        </p:grpSpPr>
        <p:sp>
          <p:nvSpPr>
            <p:cNvPr id="8" name="Freeform 8">
              <a:extLst>
                <a:ext uri="{FF2B5EF4-FFF2-40B4-BE49-F238E27FC236}">
                  <a16:creationId xmlns:a16="http://schemas.microsoft.com/office/drawing/2014/main" id="{63528BA9-EE0E-A6F8-4A8C-6DFC964B206C}"/>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9" name="TextBox 9">
              <a:extLst>
                <a:ext uri="{FF2B5EF4-FFF2-40B4-BE49-F238E27FC236}">
                  <a16:creationId xmlns:a16="http://schemas.microsoft.com/office/drawing/2014/main" id="{6E25C449-B344-E643-12F7-C89DEE4255EA}"/>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400" b="1" dirty="0">
                  <a:solidFill>
                    <a:srgbClr val="002060"/>
                  </a:solidFill>
                  <a:latin typeface="Gotham"/>
                  <a:ea typeface="Gotham"/>
                  <a:cs typeface="Gotham"/>
                  <a:sym typeface="Gotham"/>
                </a:rPr>
                <a:t>8(C)</a:t>
              </a:r>
            </a:p>
          </p:txBody>
        </p:sp>
      </p:grpSp>
      <p:grpSp>
        <p:nvGrpSpPr>
          <p:cNvPr id="10" name="Group 10">
            <a:extLst>
              <a:ext uri="{FF2B5EF4-FFF2-40B4-BE49-F238E27FC236}">
                <a16:creationId xmlns:a16="http://schemas.microsoft.com/office/drawing/2014/main" id="{4C22D2BC-F5CA-423B-6FD6-94172693045D}"/>
              </a:ext>
            </a:extLst>
          </p:cNvPr>
          <p:cNvGrpSpPr/>
          <p:nvPr/>
        </p:nvGrpSpPr>
        <p:grpSpPr>
          <a:xfrm>
            <a:off x="977741" y="3315742"/>
            <a:ext cx="508158" cy="543805"/>
            <a:chOff x="0" y="0"/>
            <a:chExt cx="812800" cy="869819"/>
          </a:xfrm>
        </p:grpSpPr>
        <p:sp>
          <p:nvSpPr>
            <p:cNvPr id="11" name="Freeform 11">
              <a:extLst>
                <a:ext uri="{FF2B5EF4-FFF2-40B4-BE49-F238E27FC236}">
                  <a16:creationId xmlns:a16="http://schemas.microsoft.com/office/drawing/2014/main" id="{F6670B32-1168-757A-3D40-FDD55687DCFD}"/>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2" name="TextBox 12">
              <a:extLst>
                <a:ext uri="{FF2B5EF4-FFF2-40B4-BE49-F238E27FC236}">
                  <a16:creationId xmlns:a16="http://schemas.microsoft.com/office/drawing/2014/main" id="{0D3BB7FD-57C6-C09A-D875-135D505A8E14}"/>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a:extLst>
              <a:ext uri="{FF2B5EF4-FFF2-40B4-BE49-F238E27FC236}">
                <a16:creationId xmlns:a16="http://schemas.microsoft.com/office/drawing/2014/main" id="{067A86AC-A2D1-3F33-5857-9F69983F71BB}"/>
              </a:ext>
            </a:extLst>
          </p:cNvPr>
          <p:cNvGrpSpPr/>
          <p:nvPr/>
        </p:nvGrpSpPr>
        <p:grpSpPr>
          <a:xfrm>
            <a:off x="977741" y="1982349"/>
            <a:ext cx="508158" cy="543805"/>
            <a:chOff x="0" y="0"/>
            <a:chExt cx="812800" cy="869819"/>
          </a:xfrm>
        </p:grpSpPr>
        <p:sp>
          <p:nvSpPr>
            <p:cNvPr id="14" name="Freeform 14">
              <a:extLst>
                <a:ext uri="{FF2B5EF4-FFF2-40B4-BE49-F238E27FC236}">
                  <a16:creationId xmlns:a16="http://schemas.microsoft.com/office/drawing/2014/main" id="{D9EADC3C-D136-0700-9300-4D8E867EC531}"/>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5" name="TextBox 15">
              <a:extLst>
                <a:ext uri="{FF2B5EF4-FFF2-40B4-BE49-F238E27FC236}">
                  <a16:creationId xmlns:a16="http://schemas.microsoft.com/office/drawing/2014/main" id="{A8EAD5F3-3FC4-819A-6ECD-0BC55C92A2B3}"/>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a:extLst>
              <a:ext uri="{FF2B5EF4-FFF2-40B4-BE49-F238E27FC236}">
                <a16:creationId xmlns:a16="http://schemas.microsoft.com/office/drawing/2014/main" id="{1671F77B-B3A5-F8B6-AC67-6EF88CA95877}"/>
              </a:ext>
            </a:extLst>
          </p:cNvPr>
          <p:cNvGrpSpPr/>
          <p:nvPr/>
        </p:nvGrpSpPr>
        <p:grpSpPr>
          <a:xfrm>
            <a:off x="977741" y="3983373"/>
            <a:ext cx="508158" cy="543805"/>
            <a:chOff x="0" y="0"/>
            <a:chExt cx="812800" cy="869819"/>
          </a:xfrm>
        </p:grpSpPr>
        <p:sp>
          <p:nvSpPr>
            <p:cNvPr id="17" name="Freeform 17">
              <a:extLst>
                <a:ext uri="{FF2B5EF4-FFF2-40B4-BE49-F238E27FC236}">
                  <a16:creationId xmlns:a16="http://schemas.microsoft.com/office/drawing/2014/main" id="{1303025A-EF3E-710E-2DBD-D89F29B84993}"/>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8" name="TextBox 18">
              <a:extLst>
                <a:ext uri="{FF2B5EF4-FFF2-40B4-BE49-F238E27FC236}">
                  <a16:creationId xmlns:a16="http://schemas.microsoft.com/office/drawing/2014/main" id="{76E7D281-CC96-92C2-C2F7-583674F0609D}"/>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a:extLst>
              <a:ext uri="{FF2B5EF4-FFF2-40B4-BE49-F238E27FC236}">
                <a16:creationId xmlns:a16="http://schemas.microsoft.com/office/drawing/2014/main" id="{E0D02FED-C5F4-9CC7-F1F5-E75E542840A9}"/>
              </a:ext>
            </a:extLst>
          </p:cNvPr>
          <p:cNvGrpSpPr/>
          <p:nvPr/>
        </p:nvGrpSpPr>
        <p:grpSpPr>
          <a:xfrm>
            <a:off x="977741" y="2648112"/>
            <a:ext cx="508158" cy="543805"/>
            <a:chOff x="0" y="0"/>
            <a:chExt cx="812800" cy="869819"/>
          </a:xfrm>
        </p:grpSpPr>
        <p:sp>
          <p:nvSpPr>
            <p:cNvPr id="20" name="Freeform 20">
              <a:extLst>
                <a:ext uri="{FF2B5EF4-FFF2-40B4-BE49-F238E27FC236}">
                  <a16:creationId xmlns:a16="http://schemas.microsoft.com/office/drawing/2014/main" id="{384D1E33-434F-2FA0-56CC-F24058D8639C}"/>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1" name="TextBox 21">
              <a:extLst>
                <a:ext uri="{FF2B5EF4-FFF2-40B4-BE49-F238E27FC236}">
                  <a16:creationId xmlns:a16="http://schemas.microsoft.com/office/drawing/2014/main" id="{F2FC0DCA-FB2A-610C-A8DB-76CE251A57D8}"/>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a:extLst>
              <a:ext uri="{FF2B5EF4-FFF2-40B4-BE49-F238E27FC236}">
                <a16:creationId xmlns:a16="http://schemas.microsoft.com/office/drawing/2014/main" id="{4CA1DB61-05A2-042F-9815-00DBC40D0556}"/>
              </a:ext>
            </a:extLst>
          </p:cNvPr>
          <p:cNvGrpSpPr/>
          <p:nvPr/>
        </p:nvGrpSpPr>
        <p:grpSpPr>
          <a:xfrm>
            <a:off x="977741" y="5318634"/>
            <a:ext cx="508158" cy="543805"/>
            <a:chOff x="0" y="0"/>
            <a:chExt cx="812800" cy="869819"/>
          </a:xfrm>
        </p:grpSpPr>
        <p:sp>
          <p:nvSpPr>
            <p:cNvPr id="23" name="Freeform 23">
              <a:extLst>
                <a:ext uri="{FF2B5EF4-FFF2-40B4-BE49-F238E27FC236}">
                  <a16:creationId xmlns:a16="http://schemas.microsoft.com/office/drawing/2014/main" id="{67E4E958-360B-28EF-052B-EDDBDD5F40F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4" name="TextBox 24">
              <a:extLst>
                <a:ext uri="{FF2B5EF4-FFF2-40B4-BE49-F238E27FC236}">
                  <a16:creationId xmlns:a16="http://schemas.microsoft.com/office/drawing/2014/main" id="{BEDBF5CC-2720-E821-001C-11BCB7273E26}"/>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a:extLst>
              <a:ext uri="{FF2B5EF4-FFF2-40B4-BE49-F238E27FC236}">
                <a16:creationId xmlns:a16="http://schemas.microsoft.com/office/drawing/2014/main" id="{6B96629A-6996-B0D7-13D6-0FA011422666}"/>
              </a:ext>
            </a:extLst>
          </p:cNvPr>
          <p:cNvGrpSpPr/>
          <p:nvPr/>
        </p:nvGrpSpPr>
        <p:grpSpPr>
          <a:xfrm>
            <a:off x="977741" y="4651003"/>
            <a:ext cx="508158" cy="543805"/>
            <a:chOff x="0" y="0"/>
            <a:chExt cx="812800" cy="869819"/>
          </a:xfrm>
        </p:grpSpPr>
        <p:sp>
          <p:nvSpPr>
            <p:cNvPr id="26" name="Freeform 26">
              <a:extLst>
                <a:ext uri="{FF2B5EF4-FFF2-40B4-BE49-F238E27FC236}">
                  <a16:creationId xmlns:a16="http://schemas.microsoft.com/office/drawing/2014/main" id="{912F1ED8-E3AD-E90A-10CE-D50A8F7D91A8}"/>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7" name="TextBox 27">
              <a:extLst>
                <a:ext uri="{FF2B5EF4-FFF2-40B4-BE49-F238E27FC236}">
                  <a16:creationId xmlns:a16="http://schemas.microsoft.com/office/drawing/2014/main" id="{00E45F23-6E8F-F601-2EB3-537A898E7044}"/>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a:extLst>
              <a:ext uri="{FF2B5EF4-FFF2-40B4-BE49-F238E27FC236}">
                <a16:creationId xmlns:a16="http://schemas.microsoft.com/office/drawing/2014/main" id="{A40D6715-3580-0B1B-2305-C7ED6083AE85}"/>
              </a:ext>
            </a:extLst>
          </p:cNvPr>
          <p:cNvGrpSpPr/>
          <p:nvPr/>
        </p:nvGrpSpPr>
        <p:grpSpPr>
          <a:xfrm>
            <a:off x="977741" y="5986264"/>
            <a:ext cx="508158" cy="543805"/>
            <a:chOff x="0" y="0"/>
            <a:chExt cx="812800" cy="869819"/>
          </a:xfrm>
        </p:grpSpPr>
        <p:sp>
          <p:nvSpPr>
            <p:cNvPr id="29" name="Freeform 29">
              <a:extLst>
                <a:ext uri="{FF2B5EF4-FFF2-40B4-BE49-F238E27FC236}">
                  <a16:creationId xmlns:a16="http://schemas.microsoft.com/office/drawing/2014/main" id="{11A59530-4B7F-6C6B-290E-578EA30200D0}"/>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0" name="TextBox 30">
              <a:extLst>
                <a:ext uri="{FF2B5EF4-FFF2-40B4-BE49-F238E27FC236}">
                  <a16:creationId xmlns:a16="http://schemas.microsoft.com/office/drawing/2014/main" id="{9BDCE736-251A-5B70-853E-A0A9A174F361}"/>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a:extLst>
              <a:ext uri="{FF2B5EF4-FFF2-40B4-BE49-F238E27FC236}">
                <a16:creationId xmlns:a16="http://schemas.microsoft.com/office/drawing/2014/main" id="{8249BDCF-E07B-269B-D039-A4360C0FE2B4}"/>
              </a:ext>
            </a:extLst>
          </p:cNvPr>
          <p:cNvGrpSpPr/>
          <p:nvPr/>
        </p:nvGrpSpPr>
        <p:grpSpPr>
          <a:xfrm>
            <a:off x="977741" y="7760846"/>
            <a:ext cx="508158" cy="543805"/>
            <a:chOff x="0" y="0"/>
            <a:chExt cx="812800" cy="869819"/>
          </a:xfrm>
        </p:grpSpPr>
        <p:sp>
          <p:nvSpPr>
            <p:cNvPr id="32" name="Freeform 32">
              <a:extLst>
                <a:ext uri="{FF2B5EF4-FFF2-40B4-BE49-F238E27FC236}">
                  <a16:creationId xmlns:a16="http://schemas.microsoft.com/office/drawing/2014/main" id="{6F6B04FD-3FAC-90A2-4C1A-D809D058C0A9}"/>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3" name="TextBox 33">
              <a:extLst>
                <a:ext uri="{FF2B5EF4-FFF2-40B4-BE49-F238E27FC236}">
                  <a16:creationId xmlns:a16="http://schemas.microsoft.com/office/drawing/2014/main" id="{BEE5C092-697C-26F6-D6E0-477F151E7CAE}"/>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a:extLst>
              <a:ext uri="{FF2B5EF4-FFF2-40B4-BE49-F238E27FC236}">
                <a16:creationId xmlns:a16="http://schemas.microsoft.com/office/drawing/2014/main" id="{FF80FEAE-01A3-1956-FB30-BED14CA86273}"/>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grpSp>
        <p:nvGrpSpPr>
          <p:cNvPr id="35" name="Group 35">
            <a:extLst>
              <a:ext uri="{FF2B5EF4-FFF2-40B4-BE49-F238E27FC236}">
                <a16:creationId xmlns:a16="http://schemas.microsoft.com/office/drawing/2014/main" id="{2E8D2AB5-8B00-D9B4-469D-07CAE4ECF9C8}"/>
              </a:ext>
            </a:extLst>
          </p:cNvPr>
          <p:cNvGrpSpPr/>
          <p:nvPr/>
        </p:nvGrpSpPr>
        <p:grpSpPr>
          <a:xfrm>
            <a:off x="17170670" y="-178579"/>
            <a:ext cx="10994424" cy="10994424"/>
            <a:chOff x="0" y="0"/>
            <a:chExt cx="812800" cy="812800"/>
          </a:xfrm>
        </p:grpSpPr>
        <p:sp>
          <p:nvSpPr>
            <p:cNvPr id="36" name="Freeform 36">
              <a:extLst>
                <a:ext uri="{FF2B5EF4-FFF2-40B4-BE49-F238E27FC236}">
                  <a16:creationId xmlns:a16="http://schemas.microsoft.com/office/drawing/2014/main" id="{F9F17E25-114F-438B-701A-7788D333F33D}"/>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txBody>
            <a:bodyPr/>
            <a:lstStyle/>
            <a:p>
              <a:endParaRPr lang="en-IN"/>
            </a:p>
          </p:txBody>
        </p:sp>
        <p:sp>
          <p:nvSpPr>
            <p:cNvPr id="37" name="TextBox 37">
              <a:extLst>
                <a:ext uri="{FF2B5EF4-FFF2-40B4-BE49-F238E27FC236}">
                  <a16:creationId xmlns:a16="http://schemas.microsoft.com/office/drawing/2014/main" id="{1C4B6667-B2EE-BA32-402F-04368D88D5C4}"/>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9B953180-DB27-F046-86E3-E3508247B406}"/>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a:extLst>
              <a:ext uri="{FF2B5EF4-FFF2-40B4-BE49-F238E27FC236}">
                <a16:creationId xmlns:a16="http://schemas.microsoft.com/office/drawing/2014/main" id="{341A1FDE-E3AB-682A-64B7-DA145F23EB91}"/>
              </a:ext>
            </a:extLst>
          </p:cNvPr>
          <p:cNvSpPr txBox="1"/>
          <p:nvPr/>
        </p:nvSpPr>
        <p:spPr>
          <a:xfrm>
            <a:off x="2209800" y="1638300"/>
            <a:ext cx="15082325" cy="5262979"/>
          </a:xfrm>
          <a:prstGeom prst="rect">
            <a:avLst/>
          </a:prstGeom>
          <a:noFill/>
        </p:spPr>
        <p:txBody>
          <a:bodyPr wrap="square" rtlCol="0">
            <a:spAutoFit/>
          </a:bodyPr>
          <a:lstStyle/>
          <a:p>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pic>
        <p:nvPicPr>
          <p:cNvPr id="3" name="Picture 2">
            <a:extLst>
              <a:ext uri="{FF2B5EF4-FFF2-40B4-BE49-F238E27FC236}">
                <a16:creationId xmlns:a16="http://schemas.microsoft.com/office/drawing/2014/main" id="{9CEBD198-132E-8DCE-2F52-5FCA2547D691}"/>
              </a:ext>
            </a:extLst>
          </p:cNvPr>
          <p:cNvPicPr>
            <a:picLocks noChangeAspect="1"/>
          </p:cNvPicPr>
          <p:nvPr/>
        </p:nvPicPr>
        <p:blipFill>
          <a:blip r:embed="rId3"/>
          <a:stretch>
            <a:fillRect/>
          </a:stretch>
        </p:blipFill>
        <p:spPr>
          <a:xfrm>
            <a:off x="1818054" y="2229658"/>
            <a:ext cx="6882773" cy="6359781"/>
          </a:xfrm>
          <a:prstGeom prst="rect">
            <a:avLst/>
          </a:prstGeom>
        </p:spPr>
      </p:pic>
      <p:pic>
        <p:nvPicPr>
          <p:cNvPr id="5" name="Picture 4">
            <a:extLst>
              <a:ext uri="{FF2B5EF4-FFF2-40B4-BE49-F238E27FC236}">
                <a16:creationId xmlns:a16="http://schemas.microsoft.com/office/drawing/2014/main" id="{7A2807F6-2922-4EA4-E5CF-5B1AE359B33C}"/>
              </a:ext>
            </a:extLst>
          </p:cNvPr>
          <p:cNvPicPr>
            <a:picLocks noChangeAspect="1"/>
          </p:cNvPicPr>
          <p:nvPr/>
        </p:nvPicPr>
        <p:blipFill>
          <a:blip r:embed="rId4"/>
          <a:stretch>
            <a:fillRect/>
          </a:stretch>
        </p:blipFill>
        <p:spPr>
          <a:xfrm>
            <a:off x="9291106" y="2229657"/>
            <a:ext cx="8261306" cy="6359781"/>
          </a:xfrm>
          <a:prstGeom prst="rect">
            <a:avLst/>
          </a:prstGeom>
        </p:spPr>
      </p:pic>
    </p:spTree>
    <p:extLst>
      <p:ext uri="{BB962C8B-B14F-4D97-AF65-F5344CB8AC3E}">
        <p14:creationId xmlns:p14="http://schemas.microsoft.com/office/powerpoint/2010/main" val="8488995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EBAB55-7601-3C41-6F10-EE0F67F7766F}"/>
            </a:ext>
          </a:extLst>
        </p:cNvPr>
        <p:cNvGrpSpPr/>
        <p:nvPr/>
      </p:nvGrpSpPr>
      <p:grpSpPr>
        <a:xfrm>
          <a:off x="0" y="0"/>
          <a:ext cx="0" cy="0"/>
          <a:chOff x="0" y="0"/>
          <a:chExt cx="0" cy="0"/>
        </a:xfrm>
      </p:grpSpPr>
      <p:grpSp>
        <p:nvGrpSpPr>
          <p:cNvPr id="5" name="Group 5">
            <a:extLst>
              <a:ext uri="{FF2B5EF4-FFF2-40B4-BE49-F238E27FC236}">
                <a16:creationId xmlns:a16="http://schemas.microsoft.com/office/drawing/2014/main" id="{B9E2C662-B058-485B-BFC3-199F93F6D154}"/>
              </a:ext>
            </a:extLst>
          </p:cNvPr>
          <p:cNvGrpSpPr/>
          <p:nvPr/>
        </p:nvGrpSpPr>
        <p:grpSpPr>
          <a:xfrm>
            <a:off x="735588" y="7321525"/>
            <a:ext cx="992463" cy="992463"/>
            <a:chOff x="0" y="0"/>
            <a:chExt cx="812800" cy="812800"/>
          </a:xfrm>
        </p:grpSpPr>
        <p:sp>
          <p:nvSpPr>
            <p:cNvPr id="6" name="Freeform 6">
              <a:extLst>
                <a:ext uri="{FF2B5EF4-FFF2-40B4-BE49-F238E27FC236}">
                  <a16:creationId xmlns:a16="http://schemas.microsoft.com/office/drawing/2014/main" id="{F125CA7A-BCD4-5B7F-7069-AE7F5BD10A9F}"/>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7" name="TextBox 7">
              <a:extLst>
                <a:ext uri="{FF2B5EF4-FFF2-40B4-BE49-F238E27FC236}">
                  <a16:creationId xmlns:a16="http://schemas.microsoft.com/office/drawing/2014/main" id="{07E08158-57E2-530C-A7FD-5AF72088CFEA}"/>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9</a:t>
              </a:r>
            </a:p>
          </p:txBody>
        </p:sp>
      </p:grpSp>
      <p:grpSp>
        <p:nvGrpSpPr>
          <p:cNvPr id="8" name="Group 8">
            <a:extLst>
              <a:ext uri="{FF2B5EF4-FFF2-40B4-BE49-F238E27FC236}">
                <a16:creationId xmlns:a16="http://schemas.microsoft.com/office/drawing/2014/main" id="{CB09EB64-B1EE-DA7A-E7DC-97163FE53167}"/>
              </a:ext>
            </a:extLst>
          </p:cNvPr>
          <p:cNvGrpSpPr/>
          <p:nvPr/>
        </p:nvGrpSpPr>
        <p:grpSpPr>
          <a:xfrm>
            <a:off x="977741" y="3315742"/>
            <a:ext cx="508158" cy="543805"/>
            <a:chOff x="0" y="0"/>
            <a:chExt cx="812800" cy="869819"/>
          </a:xfrm>
        </p:grpSpPr>
        <p:sp>
          <p:nvSpPr>
            <p:cNvPr id="9" name="Freeform 9">
              <a:extLst>
                <a:ext uri="{FF2B5EF4-FFF2-40B4-BE49-F238E27FC236}">
                  <a16:creationId xmlns:a16="http://schemas.microsoft.com/office/drawing/2014/main" id="{4B04A57D-53E9-134E-70C7-51485932A21F}"/>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0" name="TextBox 10">
              <a:extLst>
                <a:ext uri="{FF2B5EF4-FFF2-40B4-BE49-F238E27FC236}">
                  <a16:creationId xmlns:a16="http://schemas.microsoft.com/office/drawing/2014/main" id="{AC0A25AD-0459-BAEA-2E7B-0D9279AE1BC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1" name="Group 11">
            <a:extLst>
              <a:ext uri="{FF2B5EF4-FFF2-40B4-BE49-F238E27FC236}">
                <a16:creationId xmlns:a16="http://schemas.microsoft.com/office/drawing/2014/main" id="{E0EBC171-BEE8-2D5E-8755-EE50B2570259}"/>
              </a:ext>
            </a:extLst>
          </p:cNvPr>
          <p:cNvGrpSpPr/>
          <p:nvPr/>
        </p:nvGrpSpPr>
        <p:grpSpPr>
          <a:xfrm>
            <a:off x="977741" y="1982349"/>
            <a:ext cx="508158" cy="543805"/>
            <a:chOff x="0" y="0"/>
            <a:chExt cx="812800" cy="869819"/>
          </a:xfrm>
        </p:grpSpPr>
        <p:sp>
          <p:nvSpPr>
            <p:cNvPr id="12" name="Freeform 12">
              <a:extLst>
                <a:ext uri="{FF2B5EF4-FFF2-40B4-BE49-F238E27FC236}">
                  <a16:creationId xmlns:a16="http://schemas.microsoft.com/office/drawing/2014/main" id="{E4000A93-AB8F-B573-E218-7434988FD581}"/>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3" name="TextBox 13">
              <a:extLst>
                <a:ext uri="{FF2B5EF4-FFF2-40B4-BE49-F238E27FC236}">
                  <a16:creationId xmlns:a16="http://schemas.microsoft.com/office/drawing/2014/main" id="{1228826C-BC2E-0DA0-107F-341F9D1A494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4" name="Group 14">
            <a:extLst>
              <a:ext uri="{FF2B5EF4-FFF2-40B4-BE49-F238E27FC236}">
                <a16:creationId xmlns:a16="http://schemas.microsoft.com/office/drawing/2014/main" id="{7FD594E4-E181-FD3B-1C72-DE2D718C274A}"/>
              </a:ext>
            </a:extLst>
          </p:cNvPr>
          <p:cNvGrpSpPr/>
          <p:nvPr/>
        </p:nvGrpSpPr>
        <p:grpSpPr>
          <a:xfrm>
            <a:off x="977741" y="3983373"/>
            <a:ext cx="508158" cy="543805"/>
            <a:chOff x="0" y="0"/>
            <a:chExt cx="812800" cy="869819"/>
          </a:xfrm>
        </p:grpSpPr>
        <p:sp>
          <p:nvSpPr>
            <p:cNvPr id="15" name="Freeform 15">
              <a:extLst>
                <a:ext uri="{FF2B5EF4-FFF2-40B4-BE49-F238E27FC236}">
                  <a16:creationId xmlns:a16="http://schemas.microsoft.com/office/drawing/2014/main" id="{C16DA90C-521A-EFE9-8EE9-CB3967A50953}"/>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6" name="TextBox 16">
              <a:extLst>
                <a:ext uri="{FF2B5EF4-FFF2-40B4-BE49-F238E27FC236}">
                  <a16:creationId xmlns:a16="http://schemas.microsoft.com/office/drawing/2014/main" id="{5A678428-7466-DB88-0126-41232DE4A0D2}"/>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7" name="Group 17">
            <a:extLst>
              <a:ext uri="{FF2B5EF4-FFF2-40B4-BE49-F238E27FC236}">
                <a16:creationId xmlns:a16="http://schemas.microsoft.com/office/drawing/2014/main" id="{91D279A8-BDAA-B12E-DD4B-9978E9D5005C}"/>
              </a:ext>
            </a:extLst>
          </p:cNvPr>
          <p:cNvGrpSpPr/>
          <p:nvPr/>
        </p:nvGrpSpPr>
        <p:grpSpPr>
          <a:xfrm>
            <a:off x="977741" y="2648112"/>
            <a:ext cx="508158" cy="543805"/>
            <a:chOff x="0" y="0"/>
            <a:chExt cx="812800" cy="869819"/>
          </a:xfrm>
        </p:grpSpPr>
        <p:sp>
          <p:nvSpPr>
            <p:cNvPr id="18" name="Freeform 18">
              <a:extLst>
                <a:ext uri="{FF2B5EF4-FFF2-40B4-BE49-F238E27FC236}">
                  <a16:creationId xmlns:a16="http://schemas.microsoft.com/office/drawing/2014/main" id="{308F1BB3-7F58-DE0C-71F1-9782E090619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9" name="TextBox 19">
              <a:extLst>
                <a:ext uri="{FF2B5EF4-FFF2-40B4-BE49-F238E27FC236}">
                  <a16:creationId xmlns:a16="http://schemas.microsoft.com/office/drawing/2014/main" id="{35F43F9B-B904-0414-7AA7-1E7959C4C9E9}"/>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0" name="Group 20">
            <a:extLst>
              <a:ext uri="{FF2B5EF4-FFF2-40B4-BE49-F238E27FC236}">
                <a16:creationId xmlns:a16="http://schemas.microsoft.com/office/drawing/2014/main" id="{311E9EBB-A9CE-A64F-FF44-F82C0D52AC32}"/>
              </a:ext>
            </a:extLst>
          </p:cNvPr>
          <p:cNvGrpSpPr/>
          <p:nvPr/>
        </p:nvGrpSpPr>
        <p:grpSpPr>
          <a:xfrm>
            <a:off x="977741" y="5318634"/>
            <a:ext cx="508158" cy="543805"/>
            <a:chOff x="0" y="0"/>
            <a:chExt cx="812800" cy="869819"/>
          </a:xfrm>
        </p:grpSpPr>
        <p:sp>
          <p:nvSpPr>
            <p:cNvPr id="21" name="Freeform 21">
              <a:extLst>
                <a:ext uri="{FF2B5EF4-FFF2-40B4-BE49-F238E27FC236}">
                  <a16:creationId xmlns:a16="http://schemas.microsoft.com/office/drawing/2014/main" id="{DED3A9EA-E50F-553B-EDAA-87F95FD22807}"/>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2" name="TextBox 22">
              <a:extLst>
                <a:ext uri="{FF2B5EF4-FFF2-40B4-BE49-F238E27FC236}">
                  <a16:creationId xmlns:a16="http://schemas.microsoft.com/office/drawing/2014/main" id="{7E9C7CEA-D993-4107-0776-54AC90E2062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3" name="Group 23">
            <a:extLst>
              <a:ext uri="{FF2B5EF4-FFF2-40B4-BE49-F238E27FC236}">
                <a16:creationId xmlns:a16="http://schemas.microsoft.com/office/drawing/2014/main" id="{7B397A27-1CC9-9661-DA24-10B3E1042399}"/>
              </a:ext>
            </a:extLst>
          </p:cNvPr>
          <p:cNvGrpSpPr/>
          <p:nvPr/>
        </p:nvGrpSpPr>
        <p:grpSpPr>
          <a:xfrm>
            <a:off x="977741" y="4651003"/>
            <a:ext cx="508158" cy="543805"/>
            <a:chOff x="0" y="0"/>
            <a:chExt cx="812800" cy="869819"/>
          </a:xfrm>
        </p:grpSpPr>
        <p:sp>
          <p:nvSpPr>
            <p:cNvPr id="24" name="Freeform 24">
              <a:extLst>
                <a:ext uri="{FF2B5EF4-FFF2-40B4-BE49-F238E27FC236}">
                  <a16:creationId xmlns:a16="http://schemas.microsoft.com/office/drawing/2014/main" id="{2A8CD899-9C63-11A3-805F-4CA0E12C7CB8}"/>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5" name="TextBox 25">
              <a:extLst>
                <a:ext uri="{FF2B5EF4-FFF2-40B4-BE49-F238E27FC236}">
                  <a16:creationId xmlns:a16="http://schemas.microsoft.com/office/drawing/2014/main" id="{1976C224-9A36-532E-5E8B-B738C9FBC3FF}"/>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6" name="Group 26">
            <a:extLst>
              <a:ext uri="{FF2B5EF4-FFF2-40B4-BE49-F238E27FC236}">
                <a16:creationId xmlns:a16="http://schemas.microsoft.com/office/drawing/2014/main" id="{E8CFE39F-6666-6E69-8980-5B55F6D56478}"/>
              </a:ext>
            </a:extLst>
          </p:cNvPr>
          <p:cNvGrpSpPr/>
          <p:nvPr/>
        </p:nvGrpSpPr>
        <p:grpSpPr>
          <a:xfrm>
            <a:off x="977741" y="5986264"/>
            <a:ext cx="508158" cy="543805"/>
            <a:chOff x="0" y="0"/>
            <a:chExt cx="812800" cy="869819"/>
          </a:xfrm>
        </p:grpSpPr>
        <p:sp>
          <p:nvSpPr>
            <p:cNvPr id="27" name="Freeform 27">
              <a:extLst>
                <a:ext uri="{FF2B5EF4-FFF2-40B4-BE49-F238E27FC236}">
                  <a16:creationId xmlns:a16="http://schemas.microsoft.com/office/drawing/2014/main" id="{F859737D-AFDF-BDFC-6651-3B954F2DD46E}"/>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8" name="TextBox 28">
              <a:extLst>
                <a:ext uri="{FF2B5EF4-FFF2-40B4-BE49-F238E27FC236}">
                  <a16:creationId xmlns:a16="http://schemas.microsoft.com/office/drawing/2014/main" id="{B7B59B44-AD68-1549-9F86-A09D82459B58}"/>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9" name="Group 29">
            <a:extLst>
              <a:ext uri="{FF2B5EF4-FFF2-40B4-BE49-F238E27FC236}">
                <a16:creationId xmlns:a16="http://schemas.microsoft.com/office/drawing/2014/main" id="{3FACABC2-D51C-1EF5-0D1B-34B410283F2E}"/>
              </a:ext>
            </a:extLst>
          </p:cNvPr>
          <p:cNvGrpSpPr/>
          <p:nvPr/>
        </p:nvGrpSpPr>
        <p:grpSpPr>
          <a:xfrm>
            <a:off x="977741" y="6653894"/>
            <a:ext cx="508158" cy="543805"/>
            <a:chOff x="0" y="0"/>
            <a:chExt cx="812800" cy="869819"/>
          </a:xfrm>
        </p:grpSpPr>
        <p:sp>
          <p:nvSpPr>
            <p:cNvPr id="30" name="Freeform 30">
              <a:extLst>
                <a:ext uri="{FF2B5EF4-FFF2-40B4-BE49-F238E27FC236}">
                  <a16:creationId xmlns:a16="http://schemas.microsoft.com/office/drawing/2014/main" id="{6DD43112-BD1E-86D9-D9C6-3C97559FC56A}"/>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1" name="TextBox 31">
              <a:extLst>
                <a:ext uri="{FF2B5EF4-FFF2-40B4-BE49-F238E27FC236}">
                  <a16:creationId xmlns:a16="http://schemas.microsoft.com/office/drawing/2014/main" id="{C34845E4-4A4B-0A81-5A55-140048165790}"/>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sp>
        <p:nvSpPr>
          <p:cNvPr id="32" name="Freeform 32">
            <a:extLst>
              <a:ext uri="{FF2B5EF4-FFF2-40B4-BE49-F238E27FC236}">
                <a16:creationId xmlns:a16="http://schemas.microsoft.com/office/drawing/2014/main" id="{05CB8E9D-B497-44FF-DB18-7D166BD2DA61}"/>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grpSp>
        <p:nvGrpSpPr>
          <p:cNvPr id="44" name="Group 44">
            <a:extLst>
              <a:ext uri="{FF2B5EF4-FFF2-40B4-BE49-F238E27FC236}">
                <a16:creationId xmlns:a16="http://schemas.microsoft.com/office/drawing/2014/main" id="{FBD0A79F-CA0B-2560-37ED-E07624B11027}"/>
              </a:ext>
            </a:extLst>
          </p:cNvPr>
          <p:cNvGrpSpPr/>
          <p:nvPr/>
        </p:nvGrpSpPr>
        <p:grpSpPr>
          <a:xfrm>
            <a:off x="16786360" y="-353712"/>
            <a:ext cx="10994424" cy="10994424"/>
            <a:chOff x="0" y="0"/>
            <a:chExt cx="812800" cy="812800"/>
          </a:xfrm>
        </p:grpSpPr>
        <p:sp>
          <p:nvSpPr>
            <p:cNvPr id="45" name="Freeform 45">
              <a:extLst>
                <a:ext uri="{FF2B5EF4-FFF2-40B4-BE49-F238E27FC236}">
                  <a16:creationId xmlns:a16="http://schemas.microsoft.com/office/drawing/2014/main" id="{25583CD3-FA12-1B53-043B-9FE4E18BA02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619125" cap="sq">
              <a:solidFill>
                <a:srgbClr val="FD6220">
                  <a:alpha val="11765"/>
                </a:srgbClr>
              </a:solidFill>
              <a:prstDash val="solid"/>
              <a:miter/>
            </a:ln>
          </p:spPr>
          <p:txBody>
            <a:bodyPr/>
            <a:lstStyle/>
            <a:p>
              <a:endParaRPr lang="en-IN"/>
            </a:p>
          </p:txBody>
        </p:sp>
        <p:sp>
          <p:nvSpPr>
            <p:cNvPr id="46" name="TextBox 46">
              <a:extLst>
                <a:ext uri="{FF2B5EF4-FFF2-40B4-BE49-F238E27FC236}">
                  <a16:creationId xmlns:a16="http://schemas.microsoft.com/office/drawing/2014/main" id="{FA405478-0BA8-4A85-A81A-B9346174FE61}"/>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2" name="TextBox 1">
            <a:extLst>
              <a:ext uri="{FF2B5EF4-FFF2-40B4-BE49-F238E27FC236}">
                <a16:creationId xmlns:a16="http://schemas.microsoft.com/office/drawing/2014/main" id="{BC926643-39EA-932E-6755-230476B3078D}"/>
              </a:ext>
            </a:extLst>
          </p:cNvPr>
          <p:cNvSpPr txBox="1"/>
          <p:nvPr/>
        </p:nvSpPr>
        <p:spPr>
          <a:xfrm>
            <a:off x="190500" y="290493"/>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ADVANTAGES &amp; LIMITATIONS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C9F67AE5-ECE1-F1EA-A904-8B0B018D3538}"/>
              </a:ext>
            </a:extLst>
          </p:cNvPr>
          <p:cNvSpPr txBox="1"/>
          <p:nvPr/>
        </p:nvSpPr>
        <p:spPr>
          <a:xfrm>
            <a:off x="2209801" y="1638301"/>
            <a:ext cx="14576560" cy="8279190"/>
          </a:xfrm>
          <a:prstGeom prst="rect">
            <a:avLst/>
          </a:prstGeom>
          <a:noFill/>
          <a:ln>
            <a:noFill/>
          </a:ln>
        </p:spPr>
        <p:txBody>
          <a:bodyPr wrap="square" rtlCol="0">
            <a:spAutoFit/>
          </a:bodyPr>
          <a:lstStyle/>
          <a:p>
            <a:pPr marL="457200" indent="-457200">
              <a:buFontTx/>
              <a:buChar char="-"/>
            </a:pPr>
            <a:endParaRPr lang="en-US" sz="2800" dirty="0"/>
          </a:p>
          <a:p>
            <a:r>
              <a:rPr lang="en-US" sz="2800" b="1" dirty="0">
                <a:solidFill>
                  <a:srgbClr val="0033CC"/>
                </a:solidFill>
              </a:rPr>
              <a:t>Advantages:</a:t>
            </a:r>
          </a:p>
          <a:p>
            <a:endParaRPr lang="en-US" sz="2800" dirty="0"/>
          </a:p>
          <a:p>
            <a:r>
              <a:rPr lang="en-US" sz="2800" dirty="0"/>
              <a:t>1.Time saving and Fully Automated.</a:t>
            </a:r>
          </a:p>
          <a:p>
            <a:r>
              <a:rPr lang="en-US" sz="2800" dirty="0"/>
              <a:t>2. Real-time ticket availability and instant confirmation.</a:t>
            </a:r>
          </a:p>
          <a:p>
            <a:r>
              <a:rPr lang="en-US" sz="2800" dirty="0"/>
              <a:t>3. Easy access and user-friendly interface.</a:t>
            </a:r>
          </a:p>
          <a:p>
            <a:pPr marL="457200" indent="-457200">
              <a:buFontTx/>
              <a:buChar char="-"/>
            </a:pPr>
            <a:endParaRPr lang="en-US" sz="2800" dirty="0"/>
          </a:p>
          <a:p>
            <a:r>
              <a:rPr lang="en-US" sz="2800" b="1" dirty="0">
                <a:solidFill>
                  <a:srgbClr val="0033CC"/>
                </a:solidFill>
              </a:rPr>
              <a:t>Limitations:</a:t>
            </a:r>
          </a:p>
          <a:p>
            <a:r>
              <a:rPr lang="en-US" sz="2800" b="1" dirty="0"/>
              <a:t> </a:t>
            </a:r>
          </a:p>
          <a:p>
            <a:r>
              <a:rPr lang="en-US" sz="2800" dirty="0"/>
              <a:t>1. Initial setup and development complexity.</a:t>
            </a:r>
          </a:p>
          <a:p>
            <a:r>
              <a:rPr lang="en-US" sz="2800" dirty="0"/>
              <a:t>2.Internet Dependency(Stable Internet connection is Required).</a:t>
            </a:r>
          </a:p>
          <a:p>
            <a:r>
              <a:rPr lang="en-US" sz="2800" dirty="0"/>
              <a:t>3.Security and Malpractice Issues.</a:t>
            </a:r>
          </a:p>
          <a:p>
            <a:r>
              <a:rPr lang="en-US" sz="2800" dirty="0"/>
              <a:t>4. Depends on system/server availability.</a:t>
            </a:r>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Tree>
    <p:extLst>
      <p:ext uri="{BB962C8B-B14F-4D97-AF65-F5344CB8AC3E}">
        <p14:creationId xmlns:p14="http://schemas.microsoft.com/office/powerpoint/2010/main" val="268761567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sp>
        <p:nvSpPr>
          <p:cNvPr id="32" name="Freeform 32"/>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sp>
        <p:nvSpPr>
          <p:cNvPr id="43" name="TextBox 43"/>
          <p:cNvSpPr txBox="1"/>
          <p:nvPr/>
        </p:nvSpPr>
        <p:spPr>
          <a:xfrm>
            <a:off x="3200400" y="4486172"/>
            <a:ext cx="11159653" cy="1314655"/>
          </a:xfrm>
          <a:prstGeom prst="rect">
            <a:avLst/>
          </a:prstGeom>
        </p:spPr>
        <p:txBody>
          <a:bodyPr wrap="square" lIns="0" tIns="0" rIns="0" bIns="0" rtlCol="0" anchor="t">
            <a:spAutoFit/>
          </a:bodyPr>
          <a:lstStyle/>
          <a:p>
            <a:pPr algn="ctr">
              <a:lnSpc>
                <a:spcPts val="10149"/>
              </a:lnSpc>
            </a:pPr>
            <a:r>
              <a:rPr lang="en-US" sz="11153" b="1" i="1" dirty="0">
                <a:solidFill>
                  <a:srgbClr val="191919"/>
                </a:solidFill>
                <a:latin typeface="Gotham Bold Italics"/>
                <a:ea typeface="Gotham Bold Italics"/>
                <a:cs typeface="Gotham Bold Italics"/>
                <a:sym typeface="Gotham Bold Italics"/>
              </a:rP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631</TotalTime>
  <Words>784</Words>
  <Application>Microsoft Office PowerPoint</Application>
  <PresentationFormat>Custom</PresentationFormat>
  <Paragraphs>329</Paragraphs>
  <Slides>15</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15</vt:i4>
      </vt:variant>
    </vt:vector>
  </HeadingPairs>
  <TitlesOfParts>
    <vt:vector size="24" baseType="lpstr">
      <vt:lpstr>Wingdings</vt:lpstr>
      <vt:lpstr>Gotham Bold Italics</vt:lpstr>
      <vt:lpstr>Calibri</vt:lpstr>
      <vt:lpstr>Cambria</vt:lpstr>
      <vt:lpstr>Arial</vt:lpstr>
      <vt:lpstr>Gotham</vt:lpstr>
      <vt:lpstr>Bookman Old Style</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White and Orange Simple Portfolio Presentation</dc:title>
  <dc:creator>Bhargav</dc:creator>
  <cp:lastModifiedBy>vinay sindamkar</cp:lastModifiedBy>
  <cp:revision>24</cp:revision>
  <dcterms:created xsi:type="dcterms:W3CDTF">2006-08-16T00:00:00Z</dcterms:created>
  <dcterms:modified xsi:type="dcterms:W3CDTF">2026-04-20T06:00:36Z</dcterms:modified>
  <dc:identifier>DAHCaYqJ9OU</dc:identifier>
</cp:coreProperties>
</file>